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72" r:id="rId9"/>
    <p:sldId id="273" r:id="rId10"/>
    <p:sldId id="261" r:id="rId11"/>
    <p:sldId id="274" r:id="rId12"/>
    <p:sldId id="275" r:id="rId13"/>
    <p:sldId id="276" r:id="rId14"/>
    <p:sldId id="262" r:id="rId15"/>
    <p:sldId id="277" r:id="rId16"/>
    <p:sldId id="278" r:id="rId17"/>
    <p:sldId id="263" r:id="rId18"/>
    <p:sldId id="279" r:id="rId19"/>
    <p:sldId id="280" r:id="rId20"/>
    <p:sldId id="264" r:id="rId21"/>
    <p:sldId id="281" r:id="rId22"/>
    <p:sldId id="265" r:id="rId23"/>
    <p:sldId id="282" r:id="rId24"/>
    <p:sldId id="283" r:id="rId25"/>
    <p:sldId id="284" r:id="rId26"/>
    <p:sldId id="266" r:id="rId27"/>
    <p:sldId id="267" r:id="rId28"/>
    <p:sldId id="268" r:id="rId29"/>
    <p:sldId id="285" r:id="rId30"/>
    <p:sldId id="26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7487940696602109E-2"/>
          <c:y val="0.10008120078740157"/>
          <c:w val="0.79447994586614157"/>
          <c:h val="0.832570076736584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R014</c:v>
                </c:pt>
                <c:pt idx="1">
                  <c:v>R011</c:v>
                </c:pt>
                <c:pt idx="2">
                  <c:v>R018</c:v>
                </c:pt>
                <c:pt idx="3">
                  <c:v>R004</c:v>
                </c:pt>
                <c:pt idx="4">
                  <c:v>R005</c:v>
                </c:pt>
                <c:pt idx="5">
                  <c:v>R008</c:v>
                </c:pt>
                <c:pt idx="6">
                  <c:v>R003</c:v>
                </c:pt>
                <c:pt idx="7">
                  <c:v>R020</c:v>
                </c:pt>
                <c:pt idx="8">
                  <c:v>R007</c:v>
                </c:pt>
                <c:pt idx="9">
                  <c:v>R002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20.97</c:v>
                </c:pt>
                <c:pt idx="1">
                  <c:v>22.64</c:v>
                </c:pt>
                <c:pt idx="2">
                  <c:v>25.83</c:v>
                </c:pt>
                <c:pt idx="3">
                  <c:v>25.88</c:v>
                </c:pt>
                <c:pt idx="4">
                  <c:v>29.86</c:v>
                </c:pt>
                <c:pt idx="5">
                  <c:v>30.81</c:v>
                </c:pt>
                <c:pt idx="6">
                  <c:v>32.18</c:v>
                </c:pt>
                <c:pt idx="7">
                  <c:v>32.799999999999997</c:v>
                </c:pt>
                <c:pt idx="8">
                  <c:v>34.01</c:v>
                </c:pt>
                <c:pt idx="9">
                  <c:v>41.04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09-403F-9C31-E3431D1DBE3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238657887"/>
        <c:axId val="1238655967"/>
      </c:barChart>
      <c:catAx>
        <c:axId val="12386578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655967"/>
        <c:crosses val="autoZero"/>
        <c:auto val="1"/>
        <c:lblAlgn val="ctr"/>
        <c:lblOffset val="100"/>
        <c:noMultiLvlLbl val="0"/>
      </c:catAx>
      <c:valAx>
        <c:axId val="1238655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657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80694468442226E-2"/>
          <c:y val="8.4457118328179231E-2"/>
          <c:w val="0.92019305531557771"/>
          <c:h val="0.76748654235442038"/>
        </c:manualLayout>
      </c:layout>
      <c:barChart>
        <c:barDir val="col"/>
        <c:grouping val="stack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46739968"/>
        <c:axId val="946738048"/>
      </c:barChart>
      <c:catAx>
        <c:axId val="946739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38048"/>
        <c:crosses val="autoZero"/>
        <c:auto val="1"/>
        <c:lblAlgn val="ctr"/>
        <c:lblOffset val="100"/>
        <c:noMultiLvlLbl val="0"/>
      </c:catAx>
      <c:valAx>
        <c:axId val="946738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3996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1">
            <a:tint val="100000"/>
            <a:shade val="100000"/>
            <a:satMod val="130000"/>
          </a:schemeClr>
        </a:gs>
        <a:gs pos="100000">
          <a:schemeClr val="accent1">
            <a:tint val="50000"/>
            <a:shade val="100000"/>
            <a:satMod val="350000"/>
          </a:schemeClr>
        </a:gs>
      </a:gsLst>
      <a:lin ang="16200000" scaled="0"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/>
              <a:t>Efficiency</a:t>
            </a:r>
            <a:r>
              <a:rPr lang="en-US" sz="1800" b="1" baseline="0" dirty="0"/>
              <a:t> </a:t>
            </a:r>
            <a:r>
              <a:rPr lang="en-US" sz="1800" b="1" dirty="0"/>
              <a:t>Ratio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75"/>
      <c:rotY val="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9970930232558141E-2"/>
          <c:y val="0.15077202808979528"/>
          <c:w val="0.96002906976744184"/>
          <c:h val="0.77069974353911519"/>
        </c:manualLayout>
      </c:layout>
      <c:pie3DChart>
        <c:varyColors val="1"/>
        <c:ser>
          <c:idx val="2"/>
          <c:order val="2"/>
          <c:tx>
            <c:strRef>
              <c:f>Sheet1!$D$1</c:f>
              <c:strCache>
                <c:ptCount val="1"/>
                <c:pt idx="0">
                  <c:v>Efficiency_Ratio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00B3-467B-88E9-46DD30D3829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00B3-467B-88E9-46DD30D3829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00B3-467B-88E9-46DD30D3829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00B3-467B-88E9-46DD30D3829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00B3-467B-88E9-46DD30D3829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B-00B3-467B-88E9-46DD30D3829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D-00B3-467B-88E9-46DD30D3829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F-00B3-467B-88E9-46DD30D3829E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1-00B3-467B-88E9-46DD30D3829E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3-00B3-467B-88E9-46DD30D3829E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5-00B3-467B-88E9-46DD30D3829E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7-00B3-467B-88E9-46DD30D3829E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9-00B3-467B-88E9-46DD30D3829E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B-00B3-467B-88E9-46DD30D3829E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D-00B3-467B-88E9-46DD30D3829E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F-00B3-467B-88E9-46DD30D3829E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1-00B3-467B-88E9-46DD30D3829E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3-00B3-467B-88E9-46DD30D382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Sheet1!$A$2:$A$19</c:f>
              <c:strCache>
                <c:ptCount val="3"/>
                <c:pt idx="0">
                  <c:v>R006</c:v>
                </c:pt>
                <c:pt idx="1">
                  <c:v>R015</c:v>
                </c:pt>
                <c:pt idx="2">
                  <c:v>R003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102.78</c:v>
                </c:pt>
                <c:pt idx="1">
                  <c:v>50.5</c:v>
                </c:pt>
                <c:pt idx="2">
                  <c:v>36.880000000000003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65-4C4A-B68F-F8421A4FB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Distance_KM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25-00B3-467B-88E9-46DD30D3829E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27-00B3-467B-88E9-46DD30D3829E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03-0665-4C4A-B68F-F8421A4FBA16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2B-00B3-467B-88E9-46DD30D3829E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2D-00B3-467B-88E9-46DD30D3829E}"/>
                    </c:ext>
                  </c:extLst>
                </c:dPt>
                <c:dPt>
                  <c:idx val="5"/>
                  <c:bubble3D val="0"/>
                  <c:spPr>
                    <a:solidFill>
                      <a:schemeClr val="accent6"/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2F-00B3-467B-88E9-46DD30D3829E}"/>
                    </c:ext>
                  </c:extLst>
                </c:dPt>
                <c:dPt>
                  <c:idx val="6"/>
                  <c:bubble3D val="0"/>
                  <c:spPr>
                    <a:solidFill>
                      <a:schemeClr val="accent1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31-00B3-467B-88E9-46DD30D3829E}"/>
                    </c:ext>
                  </c:extLst>
                </c:dPt>
                <c:dPt>
                  <c:idx val="7"/>
                  <c:bubble3D val="0"/>
                  <c:spPr>
                    <a:solidFill>
                      <a:schemeClr val="accent2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33-00B3-467B-88E9-46DD30D3829E}"/>
                    </c:ext>
                  </c:extLst>
                </c:dPt>
                <c:dPt>
                  <c:idx val="8"/>
                  <c:bubble3D val="0"/>
                  <c:spPr>
                    <a:solidFill>
                      <a:schemeClr val="accent3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35-00B3-467B-88E9-46DD30D3829E}"/>
                    </c:ext>
                  </c:extLst>
                </c:dPt>
                <c:dPt>
                  <c:idx val="9"/>
                  <c:bubble3D val="0"/>
                  <c:spPr>
                    <a:solidFill>
                      <a:schemeClr val="accent4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37-00B3-467B-88E9-46DD30D3829E}"/>
                    </c:ext>
                  </c:extLst>
                </c:dPt>
                <c:dPt>
                  <c:idx val="10"/>
                  <c:bubble3D val="0"/>
                  <c:spPr>
                    <a:solidFill>
                      <a:schemeClr val="accent5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39-00B3-467B-88E9-46DD30D3829E}"/>
                    </c:ext>
                  </c:extLst>
                </c:dPt>
                <c:dPt>
                  <c:idx val="11"/>
                  <c:bubble3D val="0"/>
                  <c:spPr>
                    <a:solidFill>
                      <a:schemeClr val="accent6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3B-00B3-467B-88E9-46DD30D3829E}"/>
                    </c:ext>
                  </c:extLst>
                </c:dPt>
                <c:dPt>
                  <c:idx val="12"/>
                  <c:bubble3D val="0"/>
                  <c:spPr>
                    <a:solidFill>
                      <a:schemeClr val="accent1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3D-00B3-467B-88E9-46DD30D3829E}"/>
                    </c:ext>
                  </c:extLst>
                </c:dPt>
                <c:dPt>
                  <c:idx val="13"/>
                  <c:bubble3D val="0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3F-00B3-467B-88E9-46DD30D3829E}"/>
                    </c:ext>
                  </c:extLst>
                </c:dPt>
                <c:dPt>
                  <c:idx val="14"/>
                  <c:bubble3D val="0"/>
                  <c:spPr>
                    <a:solidFill>
                      <a:schemeClr val="accent3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41-00B3-467B-88E9-46DD30D3829E}"/>
                    </c:ext>
                  </c:extLst>
                </c:dPt>
                <c:dPt>
                  <c:idx val="15"/>
                  <c:bubble3D val="0"/>
                  <c:spPr>
                    <a:solidFill>
                      <a:schemeClr val="accent4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43-00B3-467B-88E9-46DD30D3829E}"/>
                    </c:ext>
                  </c:extLst>
                </c:dPt>
                <c:dPt>
                  <c:idx val="16"/>
                  <c:bubble3D val="0"/>
                  <c:spPr>
                    <a:solidFill>
                      <a:schemeClr val="accent5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45-00B3-467B-88E9-46DD30D3829E}"/>
                    </c:ext>
                  </c:extLst>
                </c:dPt>
                <c:dPt>
                  <c:idx val="17"/>
                  <c:bubble3D val="0"/>
                  <c:spPr>
                    <a:solidFill>
                      <a:schemeClr val="accent6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>
                    <c:ext xmlns:c16="http://schemas.microsoft.com/office/drawing/2014/chart" uri="{C3380CC4-5D6E-409C-BE32-E72D297353CC}">
                      <c16:uniqueId val="{00000047-00B3-467B-88E9-46DD30D3829E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bestFi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Sheet1!$A$2:$A$19</c15:sqref>
                        </c15:formulaRef>
                      </c:ext>
                    </c:extLst>
                    <c:strCache>
                      <c:ptCount val="3"/>
                      <c:pt idx="0">
                        <c:v>R006</c:v>
                      </c:pt>
                      <c:pt idx="1">
                        <c:v>R015</c:v>
                      </c:pt>
                      <c:pt idx="2">
                        <c:v>R003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Sheet1!$B$2:$B$19</c15:sqref>
                        </c15:formulaRef>
                      </c:ext>
                    </c:extLst>
                    <c:numCache>
                      <c:formatCode>General</c:formatCode>
                      <c:ptCount val="18"/>
                      <c:pt idx="0">
                        <c:v>2364</c:v>
                      </c:pt>
                      <c:pt idx="1">
                        <c:v>606</c:v>
                      </c:pt>
                      <c:pt idx="2">
                        <c:v>885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0-0665-4C4A-B68F-F8421A4FBA16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Avg_Transit_Time_Hours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9-00B3-467B-88E9-46DD30D3829E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B-00B3-467B-88E9-46DD30D3829E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D-00B3-467B-88E9-46DD30D3829E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F-00B3-467B-88E9-46DD30D3829E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1-00B3-467B-88E9-46DD30D3829E}"/>
                    </c:ext>
                  </c:extLst>
                </c:dPt>
                <c:dPt>
                  <c:idx val="5"/>
                  <c:bubble3D val="0"/>
                  <c:spPr>
                    <a:solidFill>
                      <a:schemeClr val="accent6"/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3-00B3-467B-88E9-46DD30D3829E}"/>
                    </c:ext>
                  </c:extLst>
                </c:dPt>
                <c:dPt>
                  <c:idx val="6"/>
                  <c:bubble3D val="0"/>
                  <c:spPr>
                    <a:solidFill>
                      <a:schemeClr val="accent1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5-00B3-467B-88E9-46DD30D3829E}"/>
                    </c:ext>
                  </c:extLst>
                </c:dPt>
                <c:dPt>
                  <c:idx val="7"/>
                  <c:bubble3D val="0"/>
                  <c:spPr>
                    <a:solidFill>
                      <a:schemeClr val="accent2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7-00B3-467B-88E9-46DD30D3829E}"/>
                    </c:ext>
                  </c:extLst>
                </c:dPt>
                <c:dPt>
                  <c:idx val="8"/>
                  <c:bubble3D val="0"/>
                  <c:spPr>
                    <a:solidFill>
                      <a:schemeClr val="accent3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9-00B3-467B-88E9-46DD30D3829E}"/>
                    </c:ext>
                  </c:extLst>
                </c:dPt>
                <c:dPt>
                  <c:idx val="9"/>
                  <c:bubble3D val="0"/>
                  <c:spPr>
                    <a:solidFill>
                      <a:schemeClr val="accent4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B-00B3-467B-88E9-46DD30D3829E}"/>
                    </c:ext>
                  </c:extLst>
                </c:dPt>
                <c:dPt>
                  <c:idx val="10"/>
                  <c:bubble3D val="0"/>
                  <c:spPr>
                    <a:solidFill>
                      <a:schemeClr val="accent5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D-00B3-467B-88E9-46DD30D3829E}"/>
                    </c:ext>
                  </c:extLst>
                </c:dPt>
                <c:dPt>
                  <c:idx val="11"/>
                  <c:bubble3D val="0"/>
                  <c:spPr>
                    <a:solidFill>
                      <a:schemeClr val="accent6">
                        <a:lumMod val="6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F-00B3-467B-88E9-46DD30D3829E}"/>
                    </c:ext>
                  </c:extLst>
                </c:dPt>
                <c:dPt>
                  <c:idx val="12"/>
                  <c:bubble3D val="0"/>
                  <c:spPr>
                    <a:solidFill>
                      <a:schemeClr val="accent1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61-00B3-467B-88E9-46DD30D3829E}"/>
                    </c:ext>
                  </c:extLst>
                </c:dPt>
                <c:dPt>
                  <c:idx val="13"/>
                  <c:bubble3D val="0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63-00B3-467B-88E9-46DD30D3829E}"/>
                    </c:ext>
                  </c:extLst>
                </c:dPt>
                <c:dPt>
                  <c:idx val="14"/>
                  <c:bubble3D val="0"/>
                  <c:spPr>
                    <a:solidFill>
                      <a:schemeClr val="accent3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65-00B3-467B-88E9-46DD30D3829E}"/>
                    </c:ext>
                  </c:extLst>
                </c:dPt>
                <c:dPt>
                  <c:idx val="15"/>
                  <c:bubble3D val="0"/>
                  <c:spPr>
                    <a:solidFill>
                      <a:schemeClr val="accent4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67-00B3-467B-88E9-46DD30D3829E}"/>
                    </c:ext>
                  </c:extLst>
                </c:dPt>
                <c:dPt>
                  <c:idx val="16"/>
                  <c:bubble3D val="0"/>
                  <c:spPr>
                    <a:solidFill>
                      <a:schemeClr val="accent5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69-00B3-467B-88E9-46DD30D3829E}"/>
                    </c:ext>
                  </c:extLst>
                </c:dPt>
                <c:dPt>
                  <c:idx val="17"/>
                  <c:bubble3D val="0"/>
                  <c:spPr>
                    <a:solidFill>
                      <a:schemeClr val="accent6">
                        <a:lumMod val="80000"/>
                        <a:lumOff val="20000"/>
                      </a:schemeClr>
                    </a:solidFill>
                    <a:ln>
                      <a:noFill/>
                    </a:ln>
                    <a:effectLst/>
                    <a:sp3d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6B-00B3-467B-88E9-46DD30D3829E}"/>
                    </c:ext>
                  </c:extLst>
                </c:dPt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Sheet1!$A$2:$A$19</c15:sqref>
                        </c15:formulaRef>
                      </c:ext>
                    </c:extLst>
                    <c:strCache>
                      <c:ptCount val="3"/>
                      <c:pt idx="0">
                        <c:v>R006</c:v>
                      </c:pt>
                      <c:pt idx="1">
                        <c:v>R015</c:v>
                      </c:pt>
                      <c:pt idx="2">
                        <c:v>R003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Sheet1!$C$2:$C$19</c15:sqref>
                        </c15:formulaRef>
                      </c:ext>
                    </c:extLst>
                    <c:numCache>
                      <c:formatCode>General</c:formatCode>
                      <c:ptCount val="18"/>
                      <c:pt idx="0">
                        <c:v>23</c:v>
                      </c:pt>
                      <c:pt idx="1">
                        <c:v>12</c:v>
                      </c:pt>
                      <c:pt idx="2">
                        <c:v>24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0665-4C4A-B68F-F8421A4FBA16}"/>
                  </c:ext>
                </c:extLst>
              </c15:ser>
            </c15:filteredPieSeries>
          </c:ext>
        </c:extLst>
      </c:pie3DChart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Avg_Transit_Time_Hours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R015</c:v>
                </c:pt>
                <c:pt idx="1">
                  <c:v>R009</c:v>
                </c:pt>
                <c:pt idx="2">
                  <c:v>R019</c:v>
                </c:pt>
                <c:pt idx="3">
                  <c:v>R010</c:v>
                </c:pt>
                <c:pt idx="4">
                  <c:v>R011</c:v>
                </c:pt>
                <c:pt idx="5">
                  <c:v>R006</c:v>
                </c:pt>
                <c:pt idx="6">
                  <c:v>R001</c:v>
                </c:pt>
                <c:pt idx="7">
                  <c:v>R013</c:v>
                </c:pt>
                <c:pt idx="8">
                  <c:v>R008</c:v>
                </c:pt>
                <c:pt idx="9">
                  <c:v>R016</c:v>
                </c:pt>
                <c:pt idx="10">
                  <c:v>R014</c:v>
                </c:pt>
                <c:pt idx="11">
                  <c:v>R020</c:v>
                </c:pt>
                <c:pt idx="12">
                  <c:v>R005</c:v>
                </c:pt>
                <c:pt idx="13">
                  <c:v>R003</c:v>
                </c:pt>
                <c:pt idx="14">
                  <c:v>R002</c:v>
                </c:pt>
                <c:pt idx="15">
                  <c:v>R012</c:v>
                </c:pt>
                <c:pt idx="16">
                  <c:v>R017</c:v>
                </c:pt>
                <c:pt idx="17">
                  <c:v>R007</c:v>
                </c:pt>
                <c:pt idx="18">
                  <c:v>R018</c:v>
                </c:pt>
                <c:pt idx="19">
                  <c:v>R004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28.11</c:v>
                </c:pt>
                <c:pt idx="1">
                  <c:v>28.18</c:v>
                </c:pt>
                <c:pt idx="2">
                  <c:v>30.73</c:v>
                </c:pt>
                <c:pt idx="3">
                  <c:v>33.58</c:v>
                </c:pt>
                <c:pt idx="4">
                  <c:v>41.13</c:v>
                </c:pt>
                <c:pt idx="5">
                  <c:v>41.55</c:v>
                </c:pt>
                <c:pt idx="6">
                  <c:v>44.3</c:v>
                </c:pt>
                <c:pt idx="7">
                  <c:v>50.38</c:v>
                </c:pt>
                <c:pt idx="8">
                  <c:v>51.14</c:v>
                </c:pt>
                <c:pt idx="9">
                  <c:v>51.63</c:v>
                </c:pt>
                <c:pt idx="10">
                  <c:v>52.36</c:v>
                </c:pt>
                <c:pt idx="11">
                  <c:v>52.98</c:v>
                </c:pt>
                <c:pt idx="12">
                  <c:v>57.13</c:v>
                </c:pt>
                <c:pt idx="13">
                  <c:v>60.21</c:v>
                </c:pt>
                <c:pt idx="14">
                  <c:v>63.7</c:v>
                </c:pt>
                <c:pt idx="15">
                  <c:v>63.8</c:v>
                </c:pt>
                <c:pt idx="16">
                  <c:v>70.599999999999994</c:v>
                </c:pt>
                <c:pt idx="17">
                  <c:v>70.900000000000006</c:v>
                </c:pt>
                <c:pt idx="18">
                  <c:v>75.73</c:v>
                </c:pt>
                <c:pt idx="19">
                  <c:v>83.76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0A-4CC6-B172-EF2081D204E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946767328"/>
        <c:axId val="946773568"/>
      </c:barChart>
      <c:catAx>
        <c:axId val="946767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73568"/>
        <c:crosses val="autoZero"/>
        <c:auto val="1"/>
        <c:lblAlgn val="ctr"/>
        <c:lblOffset val="100"/>
        <c:noMultiLvlLbl val="0"/>
      </c:catAx>
      <c:valAx>
        <c:axId val="9467735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6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dirty="0"/>
              <a:t>On-Time Delivery % 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On_Time_Delivery_Percentage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W008</c:v>
                </c:pt>
                <c:pt idx="1">
                  <c:v>W010</c:v>
                </c:pt>
                <c:pt idx="2">
                  <c:v>W005</c:v>
                </c:pt>
                <c:pt idx="3">
                  <c:v>W009</c:v>
                </c:pt>
                <c:pt idx="4">
                  <c:v>W001</c:v>
                </c:pt>
                <c:pt idx="5">
                  <c:v>W003</c:v>
                </c:pt>
                <c:pt idx="6">
                  <c:v>W002</c:v>
                </c:pt>
                <c:pt idx="7">
                  <c:v>W004</c:v>
                </c:pt>
                <c:pt idx="8">
                  <c:v>W006</c:v>
                </c:pt>
                <c:pt idx="9">
                  <c:v>W007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10.71</c:v>
                </c:pt>
                <c:pt idx="1">
                  <c:v>8.74</c:v>
                </c:pt>
                <c:pt idx="2">
                  <c:v>7.84</c:v>
                </c:pt>
                <c:pt idx="3">
                  <c:v>7.69</c:v>
                </c:pt>
                <c:pt idx="4">
                  <c:v>6.8</c:v>
                </c:pt>
                <c:pt idx="5">
                  <c:v>6.54</c:v>
                </c:pt>
                <c:pt idx="6">
                  <c:v>6.19</c:v>
                </c:pt>
                <c:pt idx="7">
                  <c:v>5.56</c:v>
                </c:pt>
                <c:pt idx="8">
                  <c:v>5.05</c:v>
                </c:pt>
                <c:pt idx="9">
                  <c:v>2.08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8-44B8-9F9B-11C8E7F228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Warehouse_Rank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W008</c:v>
                </c:pt>
                <c:pt idx="1">
                  <c:v>W010</c:v>
                </c:pt>
                <c:pt idx="2">
                  <c:v>W005</c:v>
                </c:pt>
                <c:pt idx="3">
                  <c:v>W009</c:v>
                </c:pt>
                <c:pt idx="4">
                  <c:v>W001</c:v>
                </c:pt>
                <c:pt idx="5">
                  <c:v>W003</c:v>
                </c:pt>
                <c:pt idx="6">
                  <c:v>W002</c:v>
                </c:pt>
                <c:pt idx="7">
                  <c:v>W004</c:v>
                </c:pt>
                <c:pt idx="8">
                  <c:v>W006</c:v>
                </c:pt>
                <c:pt idx="9">
                  <c:v>W007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08-44B8-9F9B-11C8E7F22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8669887"/>
        <c:axId val="1238655487"/>
      </c:barChart>
      <c:catAx>
        <c:axId val="1238669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pattFill prst="pct5">
            <a:fgClr>
              <a:schemeClr val="accent1"/>
            </a:fgClr>
            <a:bgClr>
              <a:schemeClr val="bg1"/>
            </a:bgClr>
          </a:patt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655487"/>
        <c:crosses val="autoZero"/>
        <c:auto val="1"/>
        <c:lblAlgn val="ctr"/>
        <c:lblOffset val="100"/>
        <c:noMultiLvlLbl val="0"/>
      </c:catAx>
      <c:valAx>
        <c:axId val="12386554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669887"/>
        <c:crosses val="autoZero"/>
        <c:crossBetween val="between"/>
      </c:valAx>
      <c:spPr>
        <a:gradFill>
          <a:gsLst>
            <a:gs pos="0">
              <a:schemeClr val="accent5">
                <a:lumMod val="40000"/>
                <a:lumOff val="6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 b="1" i="0" u="none" strike="noStrike" baseline="0" dirty="0"/>
              <a:t>Delivery Agent Performance Chart</a:t>
            </a:r>
            <a:endParaRPr lang="en-IN" sz="2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Agent_Name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Sheet1!$A$2:$A$28</c:f>
              <c:strCache>
                <c:ptCount val="26"/>
                <c:pt idx="0">
                  <c:v>A0035</c:v>
                </c:pt>
                <c:pt idx="1">
                  <c:v>A0028</c:v>
                </c:pt>
                <c:pt idx="2">
                  <c:v>A0031</c:v>
                </c:pt>
                <c:pt idx="3">
                  <c:v>A0023</c:v>
                </c:pt>
                <c:pt idx="4">
                  <c:v>A0030</c:v>
                </c:pt>
                <c:pt idx="5">
                  <c:v>A0010</c:v>
                </c:pt>
                <c:pt idx="6">
                  <c:v>A0045</c:v>
                </c:pt>
                <c:pt idx="7">
                  <c:v>A0047</c:v>
                </c:pt>
                <c:pt idx="8">
                  <c:v>A0008</c:v>
                </c:pt>
                <c:pt idx="9">
                  <c:v>A0004</c:v>
                </c:pt>
                <c:pt idx="10">
                  <c:v>A0009</c:v>
                </c:pt>
                <c:pt idx="11">
                  <c:v>A0050</c:v>
                </c:pt>
                <c:pt idx="12">
                  <c:v>A0014</c:v>
                </c:pt>
                <c:pt idx="13">
                  <c:v>A0011</c:v>
                </c:pt>
                <c:pt idx="14">
                  <c:v>A0043</c:v>
                </c:pt>
                <c:pt idx="15">
                  <c:v>A0022</c:v>
                </c:pt>
                <c:pt idx="16">
                  <c:v>A0042</c:v>
                </c:pt>
                <c:pt idx="17">
                  <c:v>A0006</c:v>
                </c:pt>
                <c:pt idx="18">
                  <c:v>A0046</c:v>
                </c:pt>
                <c:pt idx="19">
                  <c:v>A0025</c:v>
                </c:pt>
                <c:pt idx="20">
                  <c:v>A0026</c:v>
                </c:pt>
                <c:pt idx="21">
                  <c:v>A0044</c:v>
                </c:pt>
                <c:pt idx="22">
                  <c:v>A0013</c:v>
                </c:pt>
                <c:pt idx="23">
                  <c:v>A0024</c:v>
                </c:pt>
                <c:pt idx="24">
                  <c:v>A0040</c:v>
                </c:pt>
                <c:pt idx="25">
                  <c:v>A0049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B-4CF1-A07F-CBB2675D14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Experience_Years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Sheet1!$A$2:$A$28</c:f>
              <c:strCache>
                <c:ptCount val="26"/>
                <c:pt idx="0">
                  <c:v>A0035</c:v>
                </c:pt>
                <c:pt idx="1">
                  <c:v>A0028</c:v>
                </c:pt>
                <c:pt idx="2">
                  <c:v>A0031</c:v>
                </c:pt>
                <c:pt idx="3">
                  <c:v>A0023</c:v>
                </c:pt>
                <c:pt idx="4">
                  <c:v>A0030</c:v>
                </c:pt>
                <c:pt idx="5">
                  <c:v>A0010</c:v>
                </c:pt>
                <c:pt idx="6">
                  <c:v>A0045</c:v>
                </c:pt>
                <c:pt idx="7">
                  <c:v>A0047</c:v>
                </c:pt>
                <c:pt idx="8">
                  <c:v>A0008</c:v>
                </c:pt>
                <c:pt idx="9">
                  <c:v>A0004</c:v>
                </c:pt>
                <c:pt idx="10">
                  <c:v>A0009</c:v>
                </c:pt>
                <c:pt idx="11">
                  <c:v>A0050</c:v>
                </c:pt>
                <c:pt idx="12">
                  <c:v>A0014</c:v>
                </c:pt>
                <c:pt idx="13">
                  <c:v>A0011</c:v>
                </c:pt>
                <c:pt idx="14">
                  <c:v>A0043</c:v>
                </c:pt>
                <c:pt idx="15">
                  <c:v>A0022</c:v>
                </c:pt>
                <c:pt idx="16">
                  <c:v>A0042</c:v>
                </c:pt>
                <c:pt idx="17">
                  <c:v>A0006</c:v>
                </c:pt>
                <c:pt idx="18">
                  <c:v>A0046</c:v>
                </c:pt>
                <c:pt idx="19">
                  <c:v>A0025</c:v>
                </c:pt>
                <c:pt idx="20">
                  <c:v>A0026</c:v>
                </c:pt>
                <c:pt idx="21">
                  <c:v>A0044</c:v>
                </c:pt>
                <c:pt idx="22">
                  <c:v>A0013</c:v>
                </c:pt>
                <c:pt idx="23">
                  <c:v>A0024</c:v>
                </c:pt>
                <c:pt idx="24">
                  <c:v>A0040</c:v>
                </c:pt>
                <c:pt idx="25">
                  <c:v>A0049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4</c:v>
                </c:pt>
                <c:pt idx="1">
                  <c:v>3</c:v>
                </c:pt>
                <c:pt idx="2">
                  <c:v>7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2</c:v>
                </c:pt>
                <c:pt idx="7">
                  <c:v>4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5</c:v>
                </c:pt>
                <c:pt idx="13">
                  <c:v>3</c:v>
                </c:pt>
                <c:pt idx="14">
                  <c:v>1</c:v>
                </c:pt>
                <c:pt idx="15">
                  <c:v>3</c:v>
                </c:pt>
                <c:pt idx="16">
                  <c:v>3</c:v>
                </c:pt>
                <c:pt idx="17">
                  <c:v>6</c:v>
                </c:pt>
                <c:pt idx="18">
                  <c:v>6</c:v>
                </c:pt>
                <c:pt idx="19">
                  <c:v>4</c:v>
                </c:pt>
                <c:pt idx="20">
                  <c:v>2</c:v>
                </c:pt>
                <c:pt idx="21">
                  <c:v>1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9B-4CF1-A07F-CBB2675D14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Avg_Rating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Sheet1!$A$2:$A$28</c:f>
              <c:strCache>
                <c:ptCount val="26"/>
                <c:pt idx="0">
                  <c:v>A0035</c:v>
                </c:pt>
                <c:pt idx="1">
                  <c:v>A0028</c:v>
                </c:pt>
                <c:pt idx="2">
                  <c:v>A0031</c:v>
                </c:pt>
                <c:pt idx="3">
                  <c:v>A0023</c:v>
                </c:pt>
                <c:pt idx="4">
                  <c:v>A0030</c:v>
                </c:pt>
                <c:pt idx="5">
                  <c:v>A0010</c:v>
                </c:pt>
                <c:pt idx="6">
                  <c:v>A0045</c:v>
                </c:pt>
                <c:pt idx="7">
                  <c:v>A0047</c:v>
                </c:pt>
                <c:pt idx="8">
                  <c:v>A0008</c:v>
                </c:pt>
                <c:pt idx="9">
                  <c:v>A0004</c:v>
                </c:pt>
                <c:pt idx="10">
                  <c:v>A0009</c:v>
                </c:pt>
                <c:pt idx="11">
                  <c:v>A0050</c:v>
                </c:pt>
                <c:pt idx="12">
                  <c:v>A0014</c:v>
                </c:pt>
                <c:pt idx="13">
                  <c:v>A0011</c:v>
                </c:pt>
                <c:pt idx="14">
                  <c:v>A0043</c:v>
                </c:pt>
                <c:pt idx="15">
                  <c:v>A0022</c:v>
                </c:pt>
                <c:pt idx="16">
                  <c:v>A0042</c:v>
                </c:pt>
                <c:pt idx="17">
                  <c:v>A0006</c:v>
                </c:pt>
                <c:pt idx="18">
                  <c:v>A0046</c:v>
                </c:pt>
                <c:pt idx="19">
                  <c:v>A0025</c:v>
                </c:pt>
                <c:pt idx="20">
                  <c:v>A0026</c:v>
                </c:pt>
                <c:pt idx="21">
                  <c:v>A0044</c:v>
                </c:pt>
                <c:pt idx="22">
                  <c:v>A0013</c:v>
                </c:pt>
                <c:pt idx="23">
                  <c:v>A0024</c:v>
                </c:pt>
                <c:pt idx="24">
                  <c:v>A0040</c:v>
                </c:pt>
                <c:pt idx="25">
                  <c:v>A0049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3.4</c:v>
                </c:pt>
                <c:pt idx="1">
                  <c:v>3.4</c:v>
                </c:pt>
                <c:pt idx="2">
                  <c:v>3.5</c:v>
                </c:pt>
                <c:pt idx="3">
                  <c:v>3.7</c:v>
                </c:pt>
                <c:pt idx="4">
                  <c:v>3.7</c:v>
                </c:pt>
                <c:pt idx="5">
                  <c:v>3.8</c:v>
                </c:pt>
                <c:pt idx="6">
                  <c:v>3.8</c:v>
                </c:pt>
                <c:pt idx="7">
                  <c:v>3.9</c:v>
                </c:pt>
                <c:pt idx="8">
                  <c:v>4.0999999999999996</c:v>
                </c:pt>
                <c:pt idx="9">
                  <c:v>4.0999999999999996</c:v>
                </c:pt>
                <c:pt idx="10">
                  <c:v>4.0999999999999996</c:v>
                </c:pt>
                <c:pt idx="11">
                  <c:v>4.0999999999999996</c:v>
                </c:pt>
                <c:pt idx="12">
                  <c:v>4.2</c:v>
                </c:pt>
                <c:pt idx="13">
                  <c:v>4.2</c:v>
                </c:pt>
                <c:pt idx="14">
                  <c:v>4.2</c:v>
                </c:pt>
                <c:pt idx="15">
                  <c:v>4.3</c:v>
                </c:pt>
                <c:pt idx="16">
                  <c:v>4.3</c:v>
                </c:pt>
                <c:pt idx="17">
                  <c:v>4.4000000000000004</c:v>
                </c:pt>
                <c:pt idx="18">
                  <c:v>4.4000000000000004</c:v>
                </c:pt>
                <c:pt idx="19">
                  <c:v>4.4000000000000004</c:v>
                </c:pt>
                <c:pt idx="20">
                  <c:v>4.4000000000000004</c:v>
                </c:pt>
                <c:pt idx="21">
                  <c:v>4.4000000000000004</c:v>
                </c:pt>
                <c:pt idx="22">
                  <c:v>4.4000000000000004</c:v>
                </c:pt>
                <c:pt idx="23">
                  <c:v>4.4000000000000004</c:v>
                </c:pt>
                <c:pt idx="24">
                  <c:v>4.4000000000000004</c:v>
                </c:pt>
                <c:pt idx="25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9B-4CF1-A07F-CBB2675D14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46769728"/>
        <c:axId val="946766848"/>
      </c:barChart>
      <c:catAx>
        <c:axId val="94676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66848"/>
        <c:crosses val="autoZero"/>
        <c:auto val="1"/>
        <c:lblAlgn val="ctr"/>
        <c:lblOffset val="100"/>
        <c:noMultiLvlLbl val="0"/>
      </c:catAx>
      <c:valAx>
        <c:axId val="9467668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6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1" i="0" u="none" strike="noStrike" baseline="0"/>
              <a:t>Warehouse Utilization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2885204741096706"/>
          <c:y val="7.671093278106958E-2"/>
          <c:w val="0.83341534050250832"/>
          <c:h val="0.770545228189885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W010</c:v>
                </c:pt>
                <c:pt idx="1">
                  <c:v>W005</c:v>
                </c:pt>
                <c:pt idx="2">
                  <c:v>W002</c:v>
                </c:pt>
                <c:pt idx="3">
                  <c:v>W004</c:v>
                </c:pt>
                <c:pt idx="4">
                  <c:v>W008</c:v>
                </c:pt>
                <c:pt idx="5">
                  <c:v>W006</c:v>
                </c:pt>
                <c:pt idx="6">
                  <c:v>W007</c:v>
                </c:pt>
                <c:pt idx="7">
                  <c:v>W003</c:v>
                </c:pt>
                <c:pt idx="8">
                  <c:v>W001</c:v>
                </c:pt>
                <c:pt idx="9">
                  <c:v>W009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8E-4E9F-AE2D-2999A362C4B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Warehouse_Utilization_Percentage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W010</c:v>
                </c:pt>
                <c:pt idx="1">
                  <c:v>W005</c:v>
                </c:pt>
                <c:pt idx="2">
                  <c:v>W002</c:v>
                </c:pt>
                <c:pt idx="3">
                  <c:v>W004</c:v>
                </c:pt>
                <c:pt idx="4">
                  <c:v>W008</c:v>
                </c:pt>
                <c:pt idx="5">
                  <c:v>W006</c:v>
                </c:pt>
                <c:pt idx="6">
                  <c:v>W007</c:v>
                </c:pt>
                <c:pt idx="7">
                  <c:v>W003</c:v>
                </c:pt>
                <c:pt idx="8">
                  <c:v>W001</c:v>
                </c:pt>
                <c:pt idx="9">
                  <c:v>W009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10.3</c:v>
                </c:pt>
                <c:pt idx="1">
                  <c:v>10.199999999999999</c:v>
                </c:pt>
                <c:pt idx="2">
                  <c:v>6.47</c:v>
                </c:pt>
                <c:pt idx="3">
                  <c:v>6</c:v>
                </c:pt>
                <c:pt idx="4">
                  <c:v>4.4800000000000004</c:v>
                </c:pt>
                <c:pt idx="5">
                  <c:v>3.96</c:v>
                </c:pt>
                <c:pt idx="6">
                  <c:v>3.84</c:v>
                </c:pt>
                <c:pt idx="7">
                  <c:v>3.57</c:v>
                </c:pt>
                <c:pt idx="8">
                  <c:v>3.43</c:v>
                </c:pt>
                <c:pt idx="9">
                  <c:v>3.03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8E-4E9F-AE2D-2999A362C4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8663647"/>
        <c:axId val="1238665567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Capacity_per_day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W010</c:v>
                      </c:pt>
                      <c:pt idx="1">
                        <c:v>W005</c:v>
                      </c:pt>
                      <c:pt idx="2">
                        <c:v>W002</c:v>
                      </c:pt>
                      <c:pt idx="3">
                        <c:v>W004</c:v>
                      </c:pt>
                      <c:pt idx="4">
                        <c:v>W008</c:v>
                      </c:pt>
                      <c:pt idx="5">
                        <c:v>W006</c:v>
                      </c:pt>
                      <c:pt idx="6">
                        <c:v>W007</c:v>
                      </c:pt>
                      <c:pt idx="7">
                        <c:v>W003</c:v>
                      </c:pt>
                      <c:pt idx="8">
                        <c:v>W001</c:v>
                      </c:pt>
                      <c:pt idx="9">
                        <c:v>W009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1000</c:v>
                      </c:pt>
                      <c:pt idx="1">
                        <c:v>1000</c:v>
                      </c:pt>
                      <c:pt idx="2">
                        <c:v>1500</c:v>
                      </c:pt>
                      <c:pt idx="3">
                        <c:v>1500</c:v>
                      </c:pt>
                      <c:pt idx="4">
                        <c:v>2500</c:v>
                      </c:pt>
                      <c:pt idx="5">
                        <c:v>2500</c:v>
                      </c:pt>
                      <c:pt idx="6">
                        <c:v>2500</c:v>
                      </c:pt>
                      <c:pt idx="7">
                        <c:v>3000</c:v>
                      </c:pt>
                      <c:pt idx="8">
                        <c:v>3000</c:v>
                      </c:pt>
                      <c:pt idx="9">
                        <c:v>3000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D8E-4E9F-AE2D-2999A362C4B4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Shipments_Handled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W010</c:v>
                      </c:pt>
                      <c:pt idx="1">
                        <c:v>W005</c:v>
                      </c:pt>
                      <c:pt idx="2">
                        <c:v>W002</c:v>
                      </c:pt>
                      <c:pt idx="3">
                        <c:v>W004</c:v>
                      </c:pt>
                      <c:pt idx="4">
                        <c:v>W008</c:v>
                      </c:pt>
                      <c:pt idx="5">
                        <c:v>W006</c:v>
                      </c:pt>
                      <c:pt idx="6">
                        <c:v>W007</c:v>
                      </c:pt>
                      <c:pt idx="7">
                        <c:v>W003</c:v>
                      </c:pt>
                      <c:pt idx="8">
                        <c:v>W001</c:v>
                      </c:pt>
                      <c:pt idx="9">
                        <c:v>W009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103</c:v>
                      </c:pt>
                      <c:pt idx="1">
                        <c:v>102</c:v>
                      </c:pt>
                      <c:pt idx="2">
                        <c:v>97</c:v>
                      </c:pt>
                      <c:pt idx="3">
                        <c:v>90</c:v>
                      </c:pt>
                      <c:pt idx="4">
                        <c:v>112</c:v>
                      </c:pt>
                      <c:pt idx="5">
                        <c:v>99</c:v>
                      </c:pt>
                      <c:pt idx="6">
                        <c:v>96</c:v>
                      </c:pt>
                      <c:pt idx="7">
                        <c:v>107</c:v>
                      </c:pt>
                      <c:pt idx="8">
                        <c:v>103</c:v>
                      </c:pt>
                      <c:pt idx="9">
                        <c:v>91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D8E-4E9F-AE2D-2999A362C4B4}"/>
                  </c:ext>
                </c:extLst>
              </c15:ser>
            </c15:filteredBarSeries>
          </c:ext>
        </c:extLst>
      </c:barChart>
      <c:catAx>
        <c:axId val="12386636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665567"/>
        <c:crosses val="autoZero"/>
        <c:auto val="1"/>
        <c:lblAlgn val="ctr"/>
        <c:lblOffset val="100"/>
        <c:noMultiLvlLbl val="0"/>
      </c:catAx>
      <c:valAx>
        <c:axId val="1238665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663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Avg</a:t>
            </a:r>
            <a:r>
              <a:rPr lang="en-US" b="1" baseline="0"/>
              <a:t> </a:t>
            </a:r>
            <a:r>
              <a:rPr lang="en-US" b="1"/>
              <a:t>Delivery</a:t>
            </a:r>
            <a:r>
              <a:rPr lang="en-US" b="1" baseline="0"/>
              <a:t> </a:t>
            </a:r>
            <a:r>
              <a:rPr lang="en-US" b="1"/>
              <a:t>Delay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Avg_Delivery_Delay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UAE</c:v>
                </c:pt>
                <c:pt idx="1">
                  <c:v>Turkey</c:v>
                </c:pt>
                <c:pt idx="2">
                  <c:v>China</c:v>
                </c:pt>
                <c:pt idx="3">
                  <c:v>Singapore</c:v>
                </c:pt>
                <c:pt idx="4">
                  <c:v>UK</c:v>
                </c:pt>
                <c:pt idx="5">
                  <c:v>France</c:v>
                </c:pt>
                <c:pt idx="6">
                  <c:v>Brazil</c:v>
                </c:pt>
                <c:pt idx="7">
                  <c:v>South Korea</c:v>
                </c:pt>
                <c:pt idx="8">
                  <c:v>Spain</c:v>
                </c:pt>
                <c:pt idx="9">
                  <c:v>USA</c:v>
                </c:pt>
                <c:pt idx="10">
                  <c:v>Netherlands</c:v>
                </c:pt>
                <c:pt idx="11">
                  <c:v>Belgium</c:v>
                </c:pt>
                <c:pt idx="12">
                  <c:v>Germany</c:v>
                </c:pt>
                <c:pt idx="13">
                  <c:v>South Africa</c:v>
                </c:pt>
                <c:pt idx="14">
                  <c:v>Australia</c:v>
                </c:pt>
                <c:pt idx="15">
                  <c:v>Japan</c:v>
                </c:pt>
                <c:pt idx="16">
                  <c:v>Canada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41.04</c:v>
                </c:pt>
                <c:pt idx="1">
                  <c:v>32.799999999999997</c:v>
                </c:pt>
                <c:pt idx="2">
                  <c:v>32.53</c:v>
                </c:pt>
                <c:pt idx="3">
                  <c:v>32.18</c:v>
                </c:pt>
                <c:pt idx="4">
                  <c:v>29.86</c:v>
                </c:pt>
                <c:pt idx="5">
                  <c:v>25.88</c:v>
                </c:pt>
                <c:pt idx="6">
                  <c:v>25.83</c:v>
                </c:pt>
                <c:pt idx="7">
                  <c:v>20.97</c:v>
                </c:pt>
                <c:pt idx="8">
                  <c:v>19.27</c:v>
                </c:pt>
                <c:pt idx="9">
                  <c:v>16.95</c:v>
                </c:pt>
                <c:pt idx="10">
                  <c:v>15.19</c:v>
                </c:pt>
                <c:pt idx="11">
                  <c:v>14.89</c:v>
                </c:pt>
                <c:pt idx="12">
                  <c:v>14.01</c:v>
                </c:pt>
                <c:pt idx="13">
                  <c:v>13.91</c:v>
                </c:pt>
                <c:pt idx="14">
                  <c:v>13.89</c:v>
                </c:pt>
                <c:pt idx="15">
                  <c:v>11.95</c:v>
                </c:pt>
                <c:pt idx="16">
                  <c:v>9.7200000000000006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29-41B9-9A53-C2C94D42AC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46775488"/>
        <c:axId val="946777888"/>
      </c:barChart>
      <c:catAx>
        <c:axId val="946775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77888"/>
        <c:crosses val="autoZero"/>
        <c:auto val="1"/>
        <c:lblAlgn val="ctr"/>
        <c:lblOffset val="100"/>
        <c:noMultiLvlLbl val="0"/>
      </c:catAx>
      <c:valAx>
        <c:axId val="9467778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75488"/>
        <c:crosses val="autoZero"/>
        <c:crossBetween val="between"/>
      </c:valAx>
      <c:spPr>
        <a:blipFill dpi="0" rotWithShape="1">
          <a:blip xmlns:r="http://schemas.openxmlformats.org/officeDocument/2006/relationships" r:embed="rId3">
            <a:alphaModFix amt="49000"/>
          </a:blip>
          <a:srcRect/>
          <a:tile tx="0" ty="0" sx="100000" sy="100000" flip="none" algn="tl"/>
        </a:blip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739BF5-9D68-468A-A024-357CB308416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B6F8A2-2116-431C-8D60-25D494299BB1}">
      <dgm:prSet/>
      <dgm:spPr/>
      <dgm:t>
        <a:bodyPr/>
        <a:lstStyle/>
        <a:p>
          <a:r>
            <a:rPr lang="en-US" b="1"/>
            <a:t>Orders: </a:t>
          </a:r>
          <a:endParaRPr lang="en-US"/>
        </a:p>
      </dgm:t>
    </dgm:pt>
    <dgm:pt modelId="{AF56A3D9-B79A-4A4B-9550-DB2DB933C03B}" type="parTrans" cxnId="{7AADE062-3324-46AB-A3B4-7FADE568F8E4}">
      <dgm:prSet/>
      <dgm:spPr/>
      <dgm:t>
        <a:bodyPr/>
        <a:lstStyle/>
        <a:p>
          <a:endParaRPr lang="en-US"/>
        </a:p>
      </dgm:t>
    </dgm:pt>
    <dgm:pt modelId="{31D7C2B5-A7D7-4975-B47F-05508C0D63DF}" type="sibTrans" cxnId="{7AADE062-3324-46AB-A3B4-7FADE568F8E4}">
      <dgm:prSet/>
      <dgm:spPr/>
      <dgm:t>
        <a:bodyPr/>
        <a:lstStyle/>
        <a:p>
          <a:endParaRPr lang="en-US"/>
        </a:p>
      </dgm:t>
    </dgm:pt>
    <dgm:pt modelId="{6BC95882-B798-4F34-98F9-6C65FF904C2E}">
      <dgm:prSet/>
      <dgm:spPr/>
      <dgm:t>
        <a:bodyPr/>
        <a:lstStyle/>
        <a:p>
          <a:r>
            <a:rPr lang="en-US" b="1"/>
            <a:t>order-level delivery details.</a:t>
          </a:r>
          <a:endParaRPr lang="en-US"/>
        </a:p>
      </dgm:t>
    </dgm:pt>
    <dgm:pt modelId="{616776F3-05FD-4AD3-99CE-FDD796E7FF01}" type="parTrans" cxnId="{638B9F18-BA5C-4196-A416-E3F3F1ECCE49}">
      <dgm:prSet/>
      <dgm:spPr/>
      <dgm:t>
        <a:bodyPr/>
        <a:lstStyle/>
        <a:p>
          <a:endParaRPr lang="en-US"/>
        </a:p>
      </dgm:t>
    </dgm:pt>
    <dgm:pt modelId="{BE9A1A0E-1211-42C2-8165-57BC773F0AA0}" type="sibTrans" cxnId="{638B9F18-BA5C-4196-A416-E3F3F1ECCE49}">
      <dgm:prSet/>
      <dgm:spPr/>
      <dgm:t>
        <a:bodyPr/>
        <a:lstStyle/>
        <a:p>
          <a:endParaRPr lang="en-US"/>
        </a:p>
      </dgm:t>
    </dgm:pt>
    <dgm:pt modelId="{DFE0B815-54AA-424A-9C4E-6D25C2CF58C2}">
      <dgm:prSet/>
      <dgm:spPr/>
      <dgm:t>
        <a:bodyPr/>
        <a:lstStyle/>
        <a:p>
          <a:r>
            <a:rPr lang="en-US" b="1"/>
            <a:t>Routes:</a:t>
          </a:r>
          <a:endParaRPr lang="en-US"/>
        </a:p>
      </dgm:t>
    </dgm:pt>
    <dgm:pt modelId="{3C19ABBF-B621-4799-AF1C-FE832887A77E}" type="parTrans" cxnId="{FBB66C01-76EB-48FC-9896-CA465588EC5D}">
      <dgm:prSet/>
      <dgm:spPr/>
      <dgm:t>
        <a:bodyPr/>
        <a:lstStyle/>
        <a:p>
          <a:endParaRPr lang="en-US"/>
        </a:p>
      </dgm:t>
    </dgm:pt>
    <dgm:pt modelId="{01B3CA3B-D565-4097-A071-2A198E549197}" type="sibTrans" cxnId="{FBB66C01-76EB-48FC-9896-CA465588EC5D}">
      <dgm:prSet/>
      <dgm:spPr/>
      <dgm:t>
        <a:bodyPr/>
        <a:lstStyle/>
        <a:p>
          <a:endParaRPr lang="en-US"/>
        </a:p>
      </dgm:t>
    </dgm:pt>
    <dgm:pt modelId="{870AD77B-17E4-4F99-9288-5693DE0C9498}">
      <dgm:prSet/>
      <dgm:spPr/>
      <dgm:t>
        <a:bodyPr/>
        <a:lstStyle/>
        <a:p>
          <a:r>
            <a:rPr lang="en-US" b="1"/>
            <a:t>source, destination, distance, transit time.</a:t>
          </a:r>
          <a:endParaRPr lang="en-US"/>
        </a:p>
      </dgm:t>
    </dgm:pt>
    <dgm:pt modelId="{02436B2C-49B3-431F-8456-313E3265617B}" type="parTrans" cxnId="{904609C5-C858-48E9-A05C-FC53CD097AD2}">
      <dgm:prSet/>
      <dgm:spPr/>
      <dgm:t>
        <a:bodyPr/>
        <a:lstStyle/>
        <a:p>
          <a:endParaRPr lang="en-US"/>
        </a:p>
      </dgm:t>
    </dgm:pt>
    <dgm:pt modelId="{9E8C375F-3B27-464E-AE28-0BDD4072D2AF}" type="sibTrans" cxnId="{904609C5-C858-48E9-A05C-FC53CD097AD2}">
      <dgm:prSet/>
      <dgm:spPr/>
      <dgm:t>
        <a:bodyPr/>
        <a:lstStyle/>
        <a:p>
          <a:endParaRPr lang="en-US"/>
        </a:p>
      </dgm:t>
    </dgm:pt>
    <dgm:pt modelId="{690E99BF-3779-49CB-AFF1-8FE15B5FA7CB}">
      <dgm:prSet/>
      <dgm:spPr/>
      <dgm:t>
        <a:bodyPr/>
        <a:lstStyle/>
        <a:p>
          <a:r>
            <a:rPr lang="en-US" b="1"/>
            <a:t>Warehouses:</a:t>
          </a:r>
          <a:endParaRPr lang="en-US"/>
        </a:p>
      </dgm:t>
    </dgm:pt>
    <dgm:pt modelId="{C69634C4-0513-460E-869F-A2DECAA962BB}" type="parTrans" cxnId="{D433627D-644D-40D2-89A4-78FD3B406D59}">
      <dgm:prSet/>
      <dgm:spPr/>
      <dgm:t>
        <a:bodyPr/>
        <a:lstStyle/>
        <a:p>
          <a:endParaRPr lang="en-US"/>
        </a:p>
      </dgm:t>
    </dgm:pt>
    <dgm:pt modelId="{AB6BABC8-ED69-4977-9E01-2E1DCED880F0}" type="sibTrans" cxnId="{D433627D-644D-40D2-89A4-78FD3B406D59}">
      <dgm:prSet/>
      <dgm:spPr/>
      <dgm:t>
        <a:bodyPr/>
        <a:lstStyle/>
        <a:p>
          <a:endParaRPr lang="en-US"/>
        </a:p>
      </dgm:t>
    </dgm:pt>
    <dgm:pt modelId="{40B73BF8-FC4F-4470-A7F6-C2474D7B2014}">
      <dgm:prSet/>
      <dgm:spPr/>
      <dgm:t>
        <a:bodyPr/>
        <a:lstStyle/>
        <a:p>
          <a:r>
            <a:rPr lang="en-US" b="1"/>
            <a:t>hub location and capacity.</a:t>
          </a:r>
          <a:endParaRPr lang="en-US"/>
        </a:p>
      </dgm:t>
    </dgm:pt>
    <dgm:pt modelId="{B8AC6E2B-EFE6-4491-B667-E0BA6779D2C1}" type="parTrans" cxnId="{D5058EBB-7729-4DFD-B544-99AE29F2F203}">
      <dgm:prSet/>
      <dgm:spPr/>
      <dgm:t>
        <a:bodyPr/>
        <a:lstStyle/>
        <a:p>
          <a:endParaRPr lang="en-US"/>
        </a:p>
      </dgm:t>
    </dgm:pt>
    <dgm:pt modelId="{365F2934-5042-443A-8CAA-3538B894D3A5}" type="sibTrans" cxnId="{D5058EBB-7729-4DFD-B544-99AE29F2F203}">
      <dgm:prSet/>
      <dgm:spPr/>
      <dgm:t>
        <a:bodyPr/>
        <a:lstStyle/>
        <a:p>
          <a:endParaRPr lang="en-US"/>
        </a:p>
      </dgm:t>
    </dgm:pt>
    <dgm:pt modelId="{7F4FDB97-783F-44FC-A2EE-1EAD0D3975BF}">
      <dgm:prSet/>
      <dgm:spPr/>
      <dgm:t>
        <a:bodyPr/>
        <a:lstStyle/>
        <a:p>
          <a:r>
            <a:rPr lang="en-US" b="1"/>
            <a:t>Delivery Agents: </a:t>
          </a:r>
          <a:endParaRPr lang="en-US"/>
        </a:p>
      </dgm:t>
    </dgm:pt>
    <dgm:pt modelId="{8CE7C449-3B9B-4A6D-9477-533583CCA384}" type="parTrans" cxnId="{68ABAF51-DCC3-4CA1-9050-5202078B7EC1}">
      <dgm:prSet/>
      <dgm:spPr/>
      <dgm:t>
        <a:bodyPr/>
        <a:lstStyle/>
        <a:p>
          <a:endParaRPr lang="en-US"/>
        </a:p>
      </dgm:t>
    </dgm:pt>
    <dgm:pt modelId="{9044FA7C-31CC-4378-84C5-F86716B51A99}" type="sibTrans" cxnId="{68ABAF51-DCC3-4CA1-9050-5202078B7EC1}">
      <dgm:prSet/>
      <dgm:spPr/>
      <dgm:t>
        <a:bodyPr/>
        <a:lstStyle/>
        <a:p>
          <a:endParaRPr lang="en-US"/>
        </a:p>
      </dgm:t>
    </dgm:pt>
    <dgm:pt modelId="{255ABC56-F802-427B-9EA2-E6C5782C87C5}">
      <dgm:prSet/>
      <dgm:spPr/>
      <dgm:t>
        <a:bodyPr/>
        <a:lstStyle/>
        <a:p>
          <a:r>
            <a:rPr lang="en-US" b="1"/>
            <a:t>experience and ratings.</a:t>
          </a:r>
          <a:endParaRPr lang="en-US"/>
        </a:p>
      </dgm:t>
    </dgm:pt>
    <dgm:pt modelId="{3E5B4D2F-C5F2-48FF-975A-CBE25E7600ED}" type="parTrans" cxnId="{B5EB1176-689F-4B7F-BB26-52BC5184F068}">
      <dgm:prSet/>
      <dgm:spPr/>
      <dgm:t>
        <a:bodyPr/>
        <a:lstStyle/>
        <a:p>
          <a:endParaRPr lang="en-US"/>
        </a:p>
      </dgm:t>
    </dgm:pt>
    <dgm:pt modelId="{68D22E53-4EEC-4C7C-803A-F65438A883EA}" type="sibTrans" cxnId="{B5EB1176-689F-4B7F-BB26-52BC5184F068}">
      <dgm:prSet/>
      <dgm:spPr/>
      <dgm:t>
        <a:bodyPr/>
        <a:lstStyle/>
        <a:p>
          <a:endParaRPr lang="en-US"/>
        </a:p>
      </dgm:t>
    </dgm:pt>
    <dgm:pt modelId="{6179A813-7B57-4420-9038-CE6F6DF13D4A}">
      <dgm:prSet/>
      <dgm:spPr/>
      <dgm:t>
        <a:bodyPr/>
        <a:lstStyle/>
        <a:p>
          <a:r>
            <a:rPr lang="en-US" b="1"/>
            <a:t>Shipments: </a:t>
          </a:r>
          <a:endParaRPr lang="en-US"/>
        </a:p>
      </dgm:t>
    </dgm:pt>
    <dgm:pt modelId="{6CC95CED-5A5A-4136-A9E1-DAA1BC12AD13}" type="parTrans" cxnId="{2A1B5FD2-1006-4EBA-A10F-EE3915D5DA7B}">
      <dgm:prSet/>
      <dgm:spPr/>
      <dgm:t>
        <a:bodyPr/>
        <a:lstStyle/>
        <a:p>
          <a:endParaRPr lang="en-US"/>
        </a:p>
      </dgm:t>
    </dgm:pt>
    <dgm:pt modelId="{BCF240BC-BBE8-446F-A109-64932AB162C3}" type="sibTrans" cxnId="{2A1B5FD2-1006-4EBA-A10F-EE3915D5DA7B}">
      <dgm:prSet/>
      <dgm:spPr/>
      <dgm:t>
        <a:bodyPr/>
        <a:lstStyle/>
        <a:p>
          <a:endParaRPr lang="en-US"/>
        </a:p>
      </dgm:t>
    </dgm:pt>
    <dgm:pt modelId="{8379CF1F-172A-4986-8C78-B0CF5F32B387}">
      <dgm:prSet/>
      <dgm:spPr/>
      <dgm:t>
        <a:bodyPr/>
        <a:lstStyle/>
        <a:p>
          <a:r>
            <a:rPr lang="en-US" b="1"/>
            <a:t>pickup, delivery, status, and delays.</a:t>
          </a:r>
          <a:endParaRPr lang="en-US"/>
        </a:p>
      </dgm:t>
    </dgm:pt>
    <dgm:pt modelId="{A976E05F-9C09-4C07-A9E0-6E92C748BDA3}" type="parTrans" cxnId="{DDD08348-053D-4B98-BF19-6C61C7E6C28E}">
      <dgm:prSet/>
      <dgm:spPr/>
      <dgm:t>
        <a:bodyPr/>
        <a:lstStyle/>
        <a:p>
          <a:endParaRPr lang="en-US"/>
        </a:p>
      </dgm:t>
    </dgm:pt>
    <dgm:pt modelId="{E7CCBD05-EB07-426D-B357-ABF7B97A2F2F}" type="sibTrans" cxnId="{DDD08348-053D-4B98-BF19-6C61C7E6C28E}">
      <dgm:prSet/>
      <dgm:spPr/>
      <dgm:t>
        <a:bodyPr/>
        <a:lstStyle/>
        <a:p>
          <a:endParaRPr lang="en-US"/>
        </a:p>
      </dgm:t>
    </dgm:pt>
    <dgm:pt modelId="{ECCE0ECC-27FD-461B-BA4A-B5948C7624A4}" type="pres">
      <dgm:prSet presAssocID="{90739BF5-9D68-468A-A024-357CB3084164}" presName="diagram" presStyleCnt="0">
        <dgm:presLayoutVars>
          <dgm:dir/>
          <dgm:resizeHandles val="exact"/>
        </dgm:presLayoutVars>
      </dgm:prSet>
      <dgm:spPr/>
    </dgm:pt>
    <dgm:pt modelId="{79612E30-4B4B-4762-A5E8-C2B4233E7DDA}" type="pres">
      <dgm:prSet presAssocID="{79B6F8A2-2116-431C-8D60-25D494299BB1}" presName="node" presStyleLbl="node1" presStyleIdx="0" presStyleCnt="10">
        <dgm:presLayoutVars>
          <dgm:bulletEnabled val="1"/>
        </dgm:presLayoutVars>
      </dgm:prSet>
      <dgm:spPr/>
    </dgm:pt>
    <dgm:pt modelId="{55FDAD2C-6F49-4DA2-A29D-8295DF87F516}" type="pres">
      <dgm:prSet presAssocID="{31D7C2B5-A7D7-4975-B47F-05508C0D63DF}" presName="sibTrans" presStyleCnt="0"/>
      <dgm:spPr/>
    </dgm:pt>
    <dgm:pt modelId="{891E3310-D6B7-41A0-8B74-84196AD20FB8}" type="pres">
      <dgm:prSet presAssocID="{6BC95882-B798-4F34-98F9-6C65FF904C2E}" presName="node" presStyleLbl="node1" presStyleIdx="1" presStyleCnt="10">
        <dgm:presLayoutVars>
          <dgm:bulletEnabled val="1"/>
        </dgm:presLayoutVars>
      </dgm:prSet>
      <dgm:spPr/>
    </dgm:pt>
    <dgm:pt modelId="{4424FCD9-207B-4D2D-B1CE-B90C05A68DF7}" type="pres">
      <dgm:prSet presAssocID="{BE9A1A0E-1211-42C2-8165-57BC773F0AA0}" presName="sibTrans" presStyleCnt="0"/>
      <dgm:spPr/>
    </dgm:pt>
    <dgm:pt modelId="{F845BEFD-B386-4C39-9D8E-2AFA9990AE2E}" type="pres">
      <dgm:prSet presAssocID="{DFE0B815-54AA-424A-9C4E-6D25C2CF58C2}" presName="node" presStyleLbl="node1" presStyleIdx="2" presStyleCnt="10">
        <dgm:presLayoutVars>
          <dgm:bulletEnabled val="1"/>
        </dgm:presLayoutVars>
      </dgm:prSet>
      <dgm:spPr/>
    </dgm:pt>
    <dgm:pt modelId="{75D6D551-C038-421D-8D8E-D967978B6EA5}" type="pres">
      <dgm:prSet presAssocID="{01B3CA3B-D565-4097-A071-2A198E549197}" presName="sibTrans" presStyleCnt="0"/>
      <dgm:spPr/>
    </dgm:pt>
    <dgm:pt modelId="{605D134D-B61E-43B9-93C9-0971B9B11EBC}" type="pres">
      <dgm:prSet presAssocID="{870AD77B-17E4-4F99-9288-5693DE0C9498}" presName="node" presStyleLbl="node1" presStyleIdx="3" presStyleCnt="10">
        <dgm:presLayoutVars>
          <dgm:bulletEnabled val="1"/>
        </dgm:presLayoutVars>
      </dgm:prSet>
      <dgm:spPr/>
    </dgm:pt>
    <dgm:pt modelId="{21CE5B1F-25D7-4F50-894F-59746B858105}" type="pres">
      <dgm:prSet presAssocID="{9E8C375F-3B27-464E-AE28-0BDD4072D2AF}" presName="sibTrans" presStyleCnt="0"/>
      <dgm:spPr/>
    </dgm:pt>
    <dgm:pt modelId="{4E76FB8B-CB05-468B-A68E-05165F594ABC}" type="pres">
      <dgm:prSet presAssocID="{690E99BF-3779-49CB-AFF1-8FE15B5FA7CB}" presName="node" presStyleLbl="node1" presStyleIdx="4" presStyleCnt="10">
        <dgm:presLayoutVars>
          <dgm:bulletEnabled val="1"/>
        </dgm:presLayoutVars>
      </dgm:prSet>
      <dgm:spPr/>
    </dgm:pt>
    <dgm:pt modelId="{C997BD2A-93F3-4E07-90E5-FD3A3C307716}" type="pres">
      <dgm:prSet presAssocID="{AB6BABC8-ED69-4977-9E01-2E1DCED880F0}" presName="sibTrans" presStyleCnt="0"/>
      <dgm:spPr/>
    </dgm:pt>
    <dgm:pt modelId="{7FC2B692-910B-4105-84CF-CF65AF980C60}" type="pres">
      <dgm:prSet presAssocID="{40B73BF8-FC4F-4470-A7F6-C2474D7B2014}" presName="node" presStyleLbl="node1" presStyleIdx="5" presStyleCnt="10">
        <dgm:presLayoutVars>
          <dgm:bulletEnabled val="1"/>
        </dgm:presLayoutVars>
      </dgm:prSet>
      <dgm:spPr/>
    </dgm:pt>
    <dgm:pt modelId="{2672A2B8-E2AA-4F93-8DE8-61328AF8974E}" type="pres">
      <dgm:prSet presAssocID="{365F2934-5042-443A-8CAA-3538B894D3A5}" presName="sibTrans" presStyleCnt="0"/>
      <dgm:spPr/>
    </dgm:pt>
    <dgm:pt modelId="{4BE7EF23-1C75-4BAB-A002-951DEF5BC0FB}" type="pres">
      <dgm:prSet presAssocID="{7F4FDB97-783F-44FC-A2EE-1EAD0D3975BF}" presName="node" presStyleLbl="node1" presStyleIdx="6" presStyleCnt="10">
        <dgm:presLayoutVars>
          <dgm:bulletEnabled val="1"/>
        </dgm:presLayoutVars>
      </dgm:prSet>
      <dgm:spPr/>
    </dgm:pt>
    <dgm:pt modelId="{D861D799-A77B-4735-897D-AA62C6C8C9A6}" type="pres">
      <dgm:prSet presAssocID="{9044FA7C-31CC-4378-84C5-F86716B51A99}" presName="sibTrans" presStyleCnt="0"/>
      <dgm:spPr/>
    </dgm:pt>
    <dgm:pt modelId="{5A8DE55E-C3D6-41DD-8DDA-588318E8509C}" type="pres">
      <dgm:prSet presAssocID="{255ABC56-F802-427B-9EA2-E6C5782C87C5}" presName="node" presStyleLbl="node1" presStyleIdx="7" presStyleCnt="10">
        <dgm:presLayoutVars>
          <dgm:bulletEnabled val="1"/>
        </dgm:presLayoutVars>
      </dgm:prSet>
      <dgm:spPr/>
    </dgm:pt>
    <dgm:pt modelId="{5F5DDF43-F47A-4399-9369-5D40266CFB80}" type="pres">
      <dgm:prSet presAssocID="{68D22E53-4EEC-4C7C-803A-F65438A883EA}" presName="sibTrans" presStyleCnt="0"/>
      <dgm:spPr/>
    </dgm:pt>
    <dgm:pt modelId="{E5721A45-C89D-412D-83EA-C1DADD88C815}" type="pres">
      <dgm:prSet presAssocID="{6179A813-7B57-4420-9038-CE6F6DF13D4A}" presName="node" presStyleLbl="node1" presStyleIdx="8" presStyleCnt="10">
        <dgm:presLayoutVars>
          <dgm:bulletEnabled val="1"/>
        </dgm:presLayoutVars>
      </dgm:prSet>
      <dgm:spPr/>
    </dgm:pt>
    <dgm:pt modelId="{65737954-9878-4886-BEF6-3B76EA3CBA03}" type="pres">
      <dgm:prSet presAssocID="{BCF240BC-BBE8-446F-A109-64932AB162C3}" presName="sibTrans" presStyleCnt="0"/>
      <dgm:spPr/>
    </dgm:pt>
    <dgm:pt modelId="{A7686227-369E-4102-9847-8F9185853A07}" type="pres">
      <dgm:prSet presAssocID="{8379CF1F-172A-4986-8C78-B0CF5F32B387}" presName="node" presStyleLbl="node1" presStyleIdx="9" presStyleCnt="10">
        <dgm:presLayoutVars>
          <dgm:bulletEnabled val="1"/>
        </dgm:presLayoutVars>
      </dgm:prSet>
      <dgm:spPr/>
    </dgm:pt>
  </dgm:ptLst>
  <dgm:cxnLst>
    <dgm:cxn modelId="{FBB66C01-76EB-48FC-9896-CA465588EC5D}" srcId="{90739BF5-9D68-468A-A024-357CB3084164}" destId="{DFE0B815-54AA-424A-9C4E-6D25C2CF58C2}" srcOrd="2" destOrd="0" parTransId="{3C19ABBF-B621-4799-AF1C-FE832887A77E}" sibTransId="{01B3CA3B-D565-4097-A071-2A198E549197}"/>
    <dgm:cxn modelId="{638B9F18-BA5C-4196-A416-E3F3F1ECCE49}" srcId="{90739BF5-9D68-468A-A024-357CB3084164}" destId="{6BC95882-B798-4F34-98F9-6C65FF904C2E}" srcOrd="1" destOrd="0" parTransId="{616776F3-05FD-4AD3-99CE-FDD796E7FF01}" sibTransId="{BE9A1A0E-1211-42C2-8165-57BC773F0AA0}"/>
    <dgm:cxn modelId="{7AADE062-3324-46AB-A3B4-7FADE568F8E4}" srcId="{90739BF5-9D68-468A-A024-357CB3084164}" destId="{79B6F8A2-2116-431C-8D60-25D494299BB1}" srcOrd="0" destOrd="0" parTransId="{AF56A3D9-B79A-4A4B-9550-DB2DB933C03B}" sibTransId="{31D7C2B5-A7D7-4975-B47F-05508C0D63DF}"/>
    <dgm:cxn modelId="{DDD08348-053D-4B98-BF19-6C61C7E6C28E}" srcId="{90739BF5-9D68-468A-A024-357CB3084164}" destId="{8379CF1F-172A-4986-8C78-B0CF5F32B387}" srcOrd="9" destOrd="0" parTransId="{A976E05F-9C09-4C07-A9E0-6E92C748BDA3}" sibTransId="{E7CCBD05-EB07-426D-B357-ABF7B97A2F2F}"/>
    <dgm:cxn modelId="{68ABAF51-DCC3-4CA1-9050-5202078B7EC1}" srcId="{90739BF5-9D68-468A-A024-357CB3084164}" destId="{7F4FDB97-783F-44FC-A2EE-1EAD0D3975BF}" srcOrd="6" destOrd="0" parTransId="{8CE7C449-3B9B-4A6D-9477-533583CCA384}" sibTransId="{9044FA7C-31CC-4378-84C5-F86716B51A99}"/>
    <dgm:cxn modelId="{B5EB1176-689F-4B7F-BB26-52BC5184F068}" srcId="{90739BF5-9D68-468A-A024-357CB3084164}" destId="{255ABC56-F802-427B-9EA2-E6C5782C87C5}" srcOrd="7" destOrd="0" parTransId="{3E5B4D2F-C5F2-48FF-975A-CBE25E7600ED}" sibTransId="{68D22E53-4EEC-4C7C-803A-F65438A883EA}"/>
    <dgm:cxn modelId="{D433627D-644D-40D2-89A4-78FD3B406D59}" srcId="{90739BF5-9D68-468A-A024-357CB3084164}" destId="{690E99BF-3779-49CB-AFF1-8FE15B5FA7CB}" srcOrd="4" destOrd="0" parTransId="{C69634C4-0513-460E-869F-A2DECAA962BB}" sibTransId="{AB6BABC8-ED69-4977-9E01-2E1DCED880F0}"/>
    <dgm:cxn modelId="{D7638F7D-C129-43FD-A87C-022815189684}" type="presOf" srcId="{6BC95882-B798-4F34-98F9-6C65FF904C2E}" destId="{891E3310-D6B7-41A0-8B74-84196AD20FB8}" srcOrd="0" destOrd="0" presId="urn:microsoft.com/office/officeart/2005/8/layout/default"/>
    <dgm:cxn modelId="{2C4F0789-A5D5-42D3-9AA3-A3E0A3227963}" type="presOf" srcId="{79B6F8A2-2116-431C-8D60-25D494299BB1}" destId="{79612E30-4B4B-4762-A5E8-C2B4233E7DDA}" srcOrd="0" destOrd="0" presId="urn:microsoft.com/office/officeart/2005/8/layout/default"/>
    <dgm:cxn modelId="{1CE469A1-9F62-476F-AE86-2444D7C4665E}" type="presOf" srcId="{690E99BF-3779-49CB-AFF1-8FE15B5FA7CB}" destId="{4E76FB8B-CB05-468B-A68E-05165F594ABC}" srcOrd="0" destOrd="0" presId="urn:microsoft.com/office/officeart/2005/8/layout/default"/>
    <dgm:cxn modelId="{DC0329A6-F79B-40EF-946B-137933140B4A}" type="presOf" srcId="{7F4FDB97-783F-44FC-A2EE-1EAD0D3975BF}" destId="{4BE7EF23-1C75-4BAB-A002-951DEF5BC0FB}" srcOrd="0" destOrd="0" presId="urn:microsoft.com/office/officeart/2005/8/layout/default"/>
    <dgm:cxn modelId="{66BE51B6-DD3B-4A13-B869-58D89958ADFB}" type="presOf" srcId="{870AD77B-17E4-4F99-9288-5693DE0C9498}" destId="{605D134D-B61E-43B9-93C9-0971B9B11EBC}" srcOrd="0" destOrd="0" presId="urn:microsoft.com/office/officeart/2005/8/layout/default"/>
    <dgm:cxn modelId="{D5058EBB-7729-4DFD-B544-99AE29F2F203}" srcId="{90739BF5-9D68-468A-A024-357CB3084164}" destId="{40B73BF8-FC4F-4470-A7F6-C2474D7B2014}" srcOrd="5" destOrd="0" parTransId="{B8AC6E2B-EFE6-4491-B667-E0BA6779D2C1}" sibTransId="{365F2934-5042-443A-8CAA-3538B894D3A5}"/>
    <dgm:cxn modelId="{2D6E02BE-5355-4B94-9016-4235FDDA925D}" type="presOf" srcId="{90739BF5-9D68-468A-A024-357CB3084164}" destId="{ECCE0ECC-27FD-461B-BA4A-B5948C7624A4}" srcOrd="0" destOrd="0" presId="urn:microsoft.com/office/officeart/2005/8/layout/default"/>
    <dgm:cxn modelId="{35531BC3-A2E8-4260-BB28-90E7E03E1004}" type="presOf" srcId="{8379CF1F-172A-4986-8C78-B0CF5F32B387}" destId="{A7686227-369E-4102-9847-8F9185853A07}" srcOrd="0" destOrd="0" presId="urn:microsoft.com/office/officeart/2005/8/layout/default"/>
    <dgm:cxn modelId="{904609C5-C858-48E9-A05C-FC53CD097AD2}" srcId="{90739BF5-9D68-468A-A024-357CB3084164}" destId="{870AD77B-17E4-4F99-9288-5693DE0C9498}" srcOrd="3" destOrd="0" parTransId="{02436B2C-49B3-431F-8456-313E3265617B}" sibTransId="{9E8C375F-3B27-464E-AE28-0BDD4072D2AF}"/>
    <dgm:cxn modelId="{BDB881CB-486D-4536-85C4-186EACA0F5E7}" type="presOf" srcId="{6179A813-7B57-4420-9038-CE6F6DF13D4A}" destId="{E5721A45-C89D-412D-83EA-C1DADD88C815}" srcOrd="0" destOrd="0" presId="urn:microsoft.com/office/officeart/2005/8/layout/default"/>
    <dgm:cxn modelId="{D3CAEECE-1040-49D9-B5BD-0A129B966D53}" type="presOf" srcId="{255ABC56-F802-427B-9EA2-E6C5782C87C5}" destId="{5A8DE55E-C3D6-41DD-8DDA-588318E8509C}" srcOrd="0" destOrd="0" presId="urn:microsoft.com/office/officeart/2005/8/layout/default"/>
    <dgm:cxn modelId="{2A1B5FD2-1006-4EBA-A10F-EE3915D5DA7B}" srcId="{90739BF5-9D68-468A-A024-357CB3084164}" destId="{6179A813-7B57-4420-9038-CE6F6DF13D4A}" srcOrd="8" destOrd="0" parTransId="{6CC95CED-5A5A-4136-A9E1-DAA1BC12AD13}" sibTransId="{BCF240BC-BBE8-446F-A109-64932AB162C3}"/>
    <dgm:cxn modelId="{41E74DD2-84EF-48D7-A003-260EEFBCDD99}" type="presOf" srcId="{40B73BF8-FC4F-4470-A7F6-C2474D7B2014}" destId="{7FC2B692-910B-4105-84CF-CF65AF980C60}" srcOrd="0" destOrd="0" presId="urn:microsoft.com/office/officeart/2005/8/layout/default"/>
    <dgm:cxn modelId="{7A4316DD-2AF5-4C0C-911A-B535DA1E8512}" type="presOf" srcId="{DFE0B815-54AA-424A-9C4E-6D25C2CF58C2}" destId="{F845BEFD-B386-4C39-9D8E-2AFA9990AE2E}" srcOrd="0" destOrd="0" presId="urn:microsoft.com/office/officeart/2005/8/layout/default"/>
    <dgm:cxn modelId="{DD89D552-F41F-4E96-8A9E-EEC077979C1C}" type="presParOf" srcId="{ECCE0ECC-27FD-461B-BA4A-B5948C7624A4}" destId="{79612E30-4B4B-4762-A5E8-C2B4233E7DDA}" srcOrd="0" destOrd="0" presId="urn:microsoft.com/office/officeart/2005/8/layout/default"/>
    <dgm:cxn modelId="{027C4C91-3F81-4C64-94F8-37DEE0501E98}" type="presParOf" srcId="{ECCE0ECC-27FD-461B-BA4A-B5948C7624A4}" destId="{55FDAD2C-6F49-4DA2-A29D-8295DF87F516}" srcOrd="1" destOrd="0" presId="urn:microsoft.com/office/officeart/2005/8/layout/default"/>
    <dgm:cxn modelId="{EE3724B5-44CC-475F-A1FE-9DF13AC93140}" type="presParOf" srcId="{ECCE0ECC-27FD-461B-BA4A-B5948C7624A4}" destId="{891E3310-D6B7-41A0-8B74-84196AD20FB8}" srcOrd="2" destOrd="0" presId="urn:microsoft.com/office/officeart/2005/8/layout/default"/>
    <dgm:cxn modelId="{FA05A1ED-6253-4D0F-9284-AEDDA1DA5C63}" type="presParOf" srcId="{ECCE0ECC-27FD-461B-BA4A-B5948C7624A4}" destId="{4424FCD9-207B-4D2D-B1CE-B90C05A68DF7}" srcOrd="3" destOrd="0" presId="urn:microsoft.com/office/officeart/2005/8/layout/default"/>
    <dgm:cxn modelId="{63CA5EC9-C50B-4A38-81F9-76AD6DD0EE44}" type="presParOf" srcId="{ECCE0ECC-27FD-461B-BA4A-B5948C7624A4}" destId="{F845BEFD-B386-4C39-9D8E-2AFA9990AE2E}" srcOrd="4" destOrd="0" presId="urn:microsoft.com/office/officeart/2005/8/layout/default"/>
    <dgm:cxn modelId="{FE09A940-23E5-47A7-B99C-C57842A35EDC}" type="presParOf" srcId="{ECCE0ECC-27FD-461B-BA4A-B5948C7624A4}" destId="{75D6D551-C038-421D-8D8E-D967978B6EA5}" srcOrd="5" destOrd="0" presId="urn:microsoft.com/office/officeart/2005/8/layout/default"/>
    <dgm:cxn modelId="{5512557F-FE64-42A9-BA12-102DADFAD870}" type="presParOf" srcId="{ECCE0ECC-27FD-461B-BA4A-B5948C7624A4}" destId="{605D134D-B61E-43B9-93C9-0971B9B11EBC}" srcOrd="6" destOrd="0" presId="urn:microsoft.com/office/officeart/2005/8/layout/default"/>
    <dgm:cxn modelId="{DC419ABF-2F50-498A-9FA4-B1A19AC2149B}" type="presParOf" srcId="{ECCE0ECC-27FD-461B-BA4A-B5948C7624A4}" destId="{21CE5B1F-25D7-4F50-894F-59746B858105}" srcOrd="7" destOrd="0" presId="urn:microsoft.com/office/officeart/2005/8/layout/default"/>
    <dgm:cxn modelId="{6E8CB156-7CE0-45F7-8F41-B8DF80245D5C}" type="presParOf" srcId="{ECCE0ECC-27FD-461B-BA4A-B5948C7624A4}" destId="{4E76FB8B-CB05-468B-A68E-05165F594ABC}" srcOrd="8" destOrd="0" presId="urn:microsoft.com/office/officeart/2005/8/layout/default"/>
    <dgm:cxn modelId="{01F43306-7EDC-4FA8-B107-9E689430911B}" type="presParOf" srcId="{ECCE0ECC-27FD-461B-BA4A-B5948C7624A4}" destId="{C997BD2A-93F3-4E07-90E5-FD3A3C307716}" srcOrd="9" destOrd="0" presId="urn:microsoft.com/office/officeart/2005/8/layout/default"/>
    <dgm:cxn modelId="{7F690BAB-FE5F-4FC5-8083-E4B98E140C85}" type="presParOf" srcId="{ECCE0ECC-27FD-461B-BA4A-B5948C7624A4}" destId="{7FC2B692-910B-4105-84CF-CF65AF980C60}" srcOrd="10" destOrd="0" presId="urn:microsoft.com/office/officeart/2005/8/layout/default"/>
    <dgm:cxn modelId="{6FDC5AAC-3BDE-4FC1-B0A2-780A6269F5EB}" type="presParOf" srcId="{ECCE0ECC-27FD-461B-BA4A-B5948C7624A4}" destId="{2672A2B8-E2AA-4F93-8DE8-61328AF8974E}" srcOrd="11" destOrd="0" presId="urn:microsoft.com/office/officeart/2005/8/layout/default"/>
    <dgm:cxn modelId="{9DEB723F-60AF-4D79-B976-76BB6C3D6D29}" type="presParOf" srcId="{ECCE0ECC-27FD-461B-BA4A-B5948C7624A4}" destId="{4BE7EF23-1C75-4BAB-A002-951DEF5BC0FB}" srcOrd="12" destOrd="0" presId="urn:microsoft.com/office/officeart/2005/8/layout/default"/>
    <dgm:cxn modelId="{7F9ECD30-2AF3-4F54-977D-EA564171D91B}" type="presParOf" srcId="{ECCE0ECC-27FD-461B-BA4A-B5948C7624A4}" destId="{D861D799-A77B-4735-897D-AA62C6C8C9A6}" srcOrd="13" destOrd="0" presId="urn:microsoft.com/office/officeart/2005/8/layout/default"/>
    <dgm:cxn modelId="{9C327658-B81C-45AF-B323-03F750EF2C61}" type="presParOf" srcId="{ECCE0ECC-27FD-461B-BA4A-B5948C7624A4}" destId="{5A8DE55E-C3D6-41DD-8DDA-588318E8509C}" srcOrd="14" destOrd="0" presId="urn:microsoft.com/office/officeart/2005/8/layout/default"/>
    <dgm:cxn modelId="{BB986369-67E9-4230-8520-F2DE9EFD85A4}" type="presParOf" srcId="{ECCE0ECC-27FD-461B-BA4A-B5948C7624A4}" destId="{5F5DDF43-F47A-4399-9369-5D40266CFB80}" srcOrd="15" destOrd="0" presId="urn:microsoft.com/office/officeart/2005/8/layout/default"/>
    <dgm:cxn modelId="{03F4F58B-045C-4E6F-AED0-128B6CFB3FAA}" type="presParOf" srcId="{ECCE0ECC-27FD-461B-BA4A-B5948C7624A4}" destId="{E5721A45-C89D-412D-83EA-C1DADD88C815}" srcOrd="16" destOrd="0" presId="urn:microsoft.com/office/officeart/2005/8/layout/default"/>
    <dgm:cxn modelId="{C3760D20-42C4-4886-BD77-0C74211D030E}" type="presParOf" srcId="{ECCE0ECC-27FD-461B-BA4A-B5948C7624A4}" destId="{65737954-9878-4886-BEF6-3B76EA3CBA03}" srcOrd="17" destOrd="0" presId="urn:microsoft.com/office/officeart/2005/8/layout/default"/>
    <dgm:cxn modelId="{A6871363-DF52-47D4-B53C-4A9F13CFC994}" type="presParOf" srcId="{ECCE0ECC-27FD-461B-BA4A-B5948C7624A4}" destId="{A7686227-369E-4102-9847-8F9185853A07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2A7A97-DB2F-49A1-94A7-3E3158D3D12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53D5030-FFDA-4A85-A90D-0C6C5581E2B6}">
      <dgm:prSet/>
      <dgm:spPr/>
      <dgm:t>
        <a:bodyPr/>
        <a:lstStyle/>
        <a:p>
          <a:pPr>
            <a:defRPr cap="all"/>
          </a:pPr>
          <a:r>
            <a:rPr lang="en-US" b="1"/>
            <a:t>Remove duplicate </a:t>
          </a:r>
          <a:r>
            <a:rPr lang="en-IN" b="1"/>
            <a:t> </a:t>
          </a:r>
          <a:r>
            <a:rPr lang="en-US" b="1"/>
            <a:t>Order_ID </a:t>
          </a:r>
          <a:r>
            <a:rPr lang="en-IN" b="1"/>
            <a:t> </a:t>
          </a:r>
          <a:r>
            <a:rPr lang="en-US" b="1"/>
            <a:t>and Shipmen_ID</a:t>
          </a:r>
          <a:r>
            <a:rPr lang="en-IN" b="1"/>
            <a:t> </a:t>
          </a:r>
          <a:r>
            <a:rPr lang="en-US" b="1"/>
            <a:t> records.</a:t>
          </a:r>
          <a:endParaRPr lang="en-US"/>
        </a:p>
      </dgm:t>
    </dgm:pt>
    <dgm:pt modelId="{2766E8E6-3620-45C0-AE56-53511E2CE7C7}" type="parTrans" cxnId="{E4E754EC-81EB-41BB-8EBA-E3DCB445CBC7}">
      <dgm:prSet/>
      <dgm:spPr/>
      <dgm:t>
        <a:bodyPr/>
        <a:lstStyle/>
        <a:p>
          <a:endParaRPr lang="en-US"/>
        </a:p>
      </dgm:t>
    </dgm:pt>
    <dgm:pt modelId="{D0A8002E-79FF-46DB-AA35-F20511EEBF19}" type="sibTrans" cxnId="{E4E754EC-81EB-41BB-8EBA-E3DCB445CBC7}">
      <dgm:prSet/>
      <dgm:spPr/>
      <dgm:t>
        <a:bodyPr/>
        <a:lstStyle/>
        <a:p>
          <a:endParaRPr lang="en-US"/>
        </a:p>
      </dgm:t>
    </dgm:pt>
    <dgm:pt modelId="{70C03DEC-3BDA-4525-9A38-EE65F4C250DB}">
      <dgm:prSet/>
      <dgm:spPr/>
      <dgm:t>
        <a:bodyPr/>
        <a:lstStyle/>
        <a:p>
          <a:pPr>
            <a:defRPr cap="all"/>
          </a:pPr>
          <a:r>
            <a:rPr lang="en-US" b="1"/>
            <a:t>Handle missing </a:t>
          </a:r>
          <a:r>
            <a:rPr lang="en-IN" b="1"/>
            <a:t> </a:t>
          </a:r>
          <a:r>
            <a:rPr lang="en-US" b="1"/>
            <a:t>Delay_Hours</a:t>
          </a:r>
          <a:r>
            <a:rPr lang="en-IN" b="1"/>
            <a:t> </a:t>
          </a:r>
          <a:r>
            <a:rPr lang="en-US" b="1"/>
            <a:t> using route-level averages.</a:t>
          </a:r>
          <a:endParaRPr lang="en-US"/>
        </a:p>
      </dgm:t>
    </dgm:pt>
    <dgm:pt modelId="{129A4A9D-F3EE-4C07-9948-265A2E474721}" type="parTrans" cxnId="{3F57D9D7-28FC-4986-9749-6B2C9C509F43}">
      <dgm:prSet/>
      <dgm:spPr/>
      <dgm:t>
        <a:bodyPr/>
        <a:lstStyle/>
        <a:p>
          <a:endParaRPr lang="en-US"/>
        </a:p>
      </dgm:t>
    </dgm:pt>
    <dgm:pt modelId="{E921ED46-97C5-41CE-BB32-37CCD5003BC6}" type="sibTrans" cxnId="{3F57D9D7-28FC-4986-9749-6B2C9C509F43}">
      <dgm:prSet/>
      <dgm:spPr/>
      <dgm:t>
        <a:bodyPr/>
        <a:lstStyle/>
        <a:p>
          <a:endParaRPr lang="en-US"/>
        </a:p>
      </dgm:t>
    </dgm:pt>
    <dgm:pt modelId="{95CB6B4A-09A0-4DE1-BBA8-592547C6C42E}">
      <dgm:prSet/>
      <dgm:spPr/>
      <dgm:t>
        <a:bodyPr/>
        <a:lstStyle/>
        <a:p>
          <a:pPr>
            <a:defRPr cap="all"/>
          </a:pPr>
          <a:r>
            <a:rPr lang="en-US" b="1"/>
            <a:t>Standardize date fields and validate pickup/delivery dates.</a:t>
          </a:r>
          <a:endParaRPr lang="en-US"/>
        </a:p>
      </dgm:t>
    </dgm:pt>
    <dgm:pt modelId="{4B360245-687D-4092-A2FE-6083679633FC}" type="parTrans" cxnId="{5078ED5B-3142-49CA-93A4-FECDE33D1F82}">
      <dgm:prSet/>
      <dgm:spPr/>
      <dgm:t>
        <a:bodyPr/>
        <a:lstStyle/>
        <a:p>
          <a:endParaRPr lang="en-US"/>
        </a:p>
      </dgm:t>
    </dgm:pt>
    <dgm:pt modelId="{42D50626-1942-420B-89D5-E5A62ED7333F}" type="sibTrans" cxnId="{5078ED5B-3142-49CA-93A4-FECDE33D1F82}">
      <dgm:prSet/>
      <dgm:spPr/>
      <dgm:t>
        <a:bodyPr/>
        <a:lstStyle/>
        <a:p>
          <a:endParaRPr lang="en-US"/>
        </a:p>
      </dgm:t>
    </dgm:pt>
    <dgm:pt modelId="{EA8775CB-A740-41BB-B6DE-896E1088C1CA}">
      <dgm:prSet/>
      <dgm:spPr/>
      <dgm:t>
        <a:bodyPr/>
        <a:lstStyle/>
        <a:p>
          <a:pPr>
            <a:defRPr cap="all"/>
          </a:pPr>
          <a:r>
            <a:rPr lang="en-US" b="1"/>
            <a:t>Check referential integrity across related tables.</a:t>
          </a:r>
          <a:endParaRPr lang="en-US"/>
        </a:p>
      </dgm:t>
    </dgm:pt>
    <dgm:pt modelId="{96CBE1D5-3704-41CA-9E63-324AA9B74248}" type="parTrans" cxnId="{A0744599-8E80-484A-BEED-34AE438823D1}">
      <dgm:prSet/>
      <dgm:spPr/>
      <dgm:t>
        <a:bodyPr/>
        <a:lstStyle/>
        <a:p>
          <a:endParaRPr lang="en-US"/>
        </a:p>
      </dgm:t>
    </dgm:pt>
    <dgm:pt modelId="{B58DFCC0-6A28-4490-A359-FE1898749060}" type="sibTrans" cxnId="{A0744599-8E80-484A-BEED-34AE438823D1}">
      <dgm:prSet/>
      <dgm:spPr/>
      <dgm:t>
        <a:bodyPr/>
        <a:lstStyle/>
        <a:p>
          <a:endParaRPr lang="en-US"/>
        </a:p>
      </dgm:t>
    </dgm:pt>
    <dgm:pt modelId="{738BBD37-97BC-4EC6-80CC-6D06BFB954F5}" type="pres">
      <dgm:prSet presAssocID="{352A7A97-DB2F-49A1-94A7-3E3158D3D12A}" presName="root" presStyleCnt="0">
        <dgm:presLayoutVars>
          <dgm:dir/>
          <dgm:resizeHandles val="exact"/>
        </dgm:presLayoutVars>
      </dgm:prSet>
      <dgm:spPr/>
    </dgm:pt>
    <dgm:pt modelId="{8B5470AB-98FF-412C-89AB-CE1D4686C495}" type="pres">
      <dgm:prSet presAssocID="{953D5030-FFDA-4A85-A90D-0C6C5581E2B6}" presName="compNode" presStyleCnt="0"/>
      <dgm:spPr/>
    </dgm:pt>
    <dgm:pt modelId="{3F59E215-15DC-4548-9DD6-28E836CD1209}" type="pres">
      <dgm:prSet presAssocID="{953D5030-FFDA-4A85-A90D-0C6C5581E2B6}" presName="iconBgRect" presStyleLbl="bgShp" presStyleIdx="0" presStyleCnt="4"/>
      <dgm:spPr/>
    </dgm:pt>
    <dgm:pt modelId="{8E1B726F-FD4D-42B7-B5B3-9E9C36BE0B21}" type="pres">
      <dgm:prSet presAssocID="{953D5030-FFDA-4A85-A90D-0C6C5581E2B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59C10EEE-1E6C-4D26-AEF8-FAD7481B3009}" type="pres">
      <dgm:prSet presAssocID="{953D5030-FFDA-4A85-A90D-0C6C5581E2B6}" presName="spaceRect" presStyleCnt="0"/>
      <dgm:spPr/>
    </dgm:pt>
    <dgm:pt modelId="{D589662D-FA48-4746-AEDE-7900F9591A49}" type="pres">
      <dgm:prSet presAssocID="{953D5030-FFDA-4A85-A90D-0C6C5581E2B6}" presName="textRect" presStyleLbl="revTx" presStyleIdx="0" presStyleCnt="4">
        <dgm:presLayoutVars>
          <dgm:chMax val="1"/>
          <dgm:chPref val="1"/>
        </dgm:presLayoutVars>
      </dgm:prSet>
      <dgm:spPr/>
    </dgm:pt>
    <dgm:pt modelId="{3F46A679-F899-45E3-80BA-BD3146226DBC}" type="pres">
      <dgm:prSet presAssocID="{D0A8002E-79FF-46DB-AA35-F20511EEBF19}" presName="sibTrans" presStyleCnt="0"/>
      <dgm:spPr/>
    </dgm:pt>
    <dgm:pt modelId="{234476AA-6EFD-47D2-8F73-D57F91F4C4E8}" type="pres">
      <dgm:prSet presAssocID="{70C03DEC-3BDA-4525-9A38-EE65F4C250DB}" presName="compNode" presStyleCnt="0"/>
      <dgm:spPr/>
    </dgm:pt>
    <dgm:pt modelId="{0313A715-F3A3-4BA7-88D2-DA29FEB686F7}" type="pres">
      <dgm:prSet presAssocID="{70C03DEC-3BDA-4525-9A38-EE65F4C250DB}" presName="iconBgRect" presStyleLbl="bgShp" presStyleIdx="1" presStyleCnt="4"/>
      <dgm:spPr/>
    </dgm:pt>
    <dgm:pt modelId="{9AC7068C-DE89-4E34-8193-CFDA4404518B}" type="pres">
      <dgm:prSet presAssocID="{70C03DEC-3BDA-4525-9A38-EE65F4C250D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50E89AA-20BD-4124-B54E-33E9A0CB1109}" type="pres">
      <dgm:prSet presAssocID="{70C03DEC-3BDA-4525-9A38-EE65F4C250DB}" presName="spaceRect" presStyleCnt="0"/>
      <dgm:spPr/>
    </dgm:pt>
    <dgm:pt modelId="{940EB173-03F7-4B05-887A-8888FF450893}" type="pres">
      <dgm:prSet presAssocID="{70C03DEC-3BDA-4525-9A38-EE65F4C250DB}" presName="textRect" presStyleLbl="revTx" presStyleIdx="1" presStyleCnt="4">
        <dgm:presLayoutVars>
          <dgm:chMax val="1"/>
          <dgm:chPref val="1"/>
        </dgm:presLayoutVars>
      </dgm:prSet>
      <dgm:spPr/>
    </dgm:pt>
    <dgm:pt modelId="{54DC0751-C166-4E05-B3A7-4DA64F9D455B}" type="pres">
      <dgm:prSet presAssocID="{E921ED46-97C5-41CE-BB32-37CCD5003BC6}" presName="sibTrans" presStyleCnt="0"/>
      <dgm:spPr/>
    </dgm:pt>
    <dgm:pt modelId="{0C6BE911-C45E-4F37-A59D-B5C88E1D444C}" type="pres">
      <dgm:prSet presAssocID="{95CB6B4A-09A0-4DE1-BBA8-592547C6C42E}" presName="compNode" presStyleCnt="0"/>
      <dgm:spPr/>
    </dgm:pt>
    <dgm:pt modelId="{05ADD6D1-0B21-4285-B621-F1EFCBB349F6}" type="pres">
      <dgm:prSet presAssocID="{95CB6B4A-09A0-4DE1-BBA8-592547C6C42E}" presName="iconBgRect" presStyleLbl="bgShp" presStyleIdx="2" presStyleCnt="4"/>
      <dgm:spPr/>
    </dgm:pt>
    <dgm:pt modelId="{56E3446B-9EF1-4727-A7F8-95B0D0DDF8CB}" type="pres">
      <dgm:prSet presAssocID="{95CB6B4A-09A0-4DE1-BBA8-592547C6C42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6E74E0FC-0E1E-4C57-A75D-40A22FA7F194}" type="pres">
      <dgm:prSet presAssocID="{95CB6B4A-09A0-4DE1-BBA8-592547C6C42E}" presName="spaceRect" presStyleCnt="0"/>
      <dgm:spPr/>
    </dgm:pt>
    <dgm:pt modelId="{9466A31D-ABBC-48C1-B8B6-B8C79FAFC32F}" type="pres">
      <dgm:prSet presAssocID="{95CB6B4A-09A0-4DE1-BBA8-592547C6C42E}" presName="textRect" presStyleLbl="revTx" presStyleIdx="2" presStyleCnt="4">
        <dgm:presLayoutVars>
          <dgm:chMax val="1"/>
          <dgm:chPref val="1"/>
        </dgm:presLayoutVars>
      </dgm:prSet>
      <dgm:spPr/>
    </dgm:pt>
    <dgm:pt modelId="{C4F02240-DC15-4A61-8D04-34E4B01203BA}" type="pres">
      <dgm:prSet presAssocID="{42D50626-1942-420B-89D5-E5A62ED7333F}" presName="sibTrans" presStyleCnt="0"/>
      <dgm:spPr/>
    </dgm:pt>
    <dgm:pt modelId="{70E44BD5-4FC6-4796-B585-A970F5DC4FA2}" type="pres">
      <dgm:prSet presAssocID="{EA8775CB-A740-41BB-B6DE-896E1088C1CA}" presName="compNode" presStyleCnt="0"/>
      <dgm:spPr/>
    </dgm:pt>
    <dgm:pt modelId="{5F2DEC5E-C0E4-4AA5-A11B-22F2C7BB7263}" type="pres">
      <dgm:prSet presAssocID="{EA8775CB-A740-41BB-B6DE-896E1088C1CA}" presName="iconBgRect" presStyleLbl="bgShp" presStyleIdx="3" presStyleCnt="4"/>
      <dgm:spPr/>
    </dgm:pt>
    <dgm:pt modelId="{158F4544-7C65-4452-B28D-564E2193DE40}" type="pres">
      <dgm:prSet presAssocID="{EA8775CB-A740-41BB-B6DE-896E1088C1C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5FBF476-1FEB-4079-9DF8-92E0C554E475}" type="pres">
      <dgm:prSet presAssocID="{EA8775CB-A740-41BB-B6DE-896E1088C1CA}" presName="spaceRect" presStyleCnt="0"/>
      <dgm:spPr/>
    </dgm:pt>
    <dgm:pt modelId="{515A3695-5212-4FEF-AC32-DCB24D501041}" type="pres">
      <dgm:prSet presAssocID="{EA8775CB-A740-41BB-B6DE-896E1088C1C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DCFEC35-B485-44BC-BF27-BB747774DD5F}" type="presOf" srcId="{EA8775CB-A740-41BB-B6DE-896E1088C1CA}" destId="{515A3695-5212-4FEF-AC32-DCB24D501041}" srcOrd="0" destOrd="0" presId="urn:microsoft.com/office/officeart/2018/5/layout/IconCircleLabelList"/>
    <dgm:cxn modelId="{5078ED5B-3142-49CA-93A4-FECDE33D1F82}" srcId="{352A7A97-DB2F-49A1-94A7-3E3158D3D12A}" destId="{95CB6B4A-09A0-4DE1-BBA8-592547C6C42E}" srcOrd="2" destOrd="0" parTransId="{4B360245-687D-4092-A2FE-6083679633FC}" sibTransId="{42D50626-1942-420B-89D5-E5A62ED7333F}"/>
    <dgm:cxn modelId="{A0744599-8E80-484A-BEED-34AE438823D1}" srcId="{352A7A97-DB2F-49A1-94A7-3E3158D3D12A}" destId="{EA8775CB-A740-41BB-B6DE-896E1088C1CA}" srcOrd="3" destOrd="0" parTransId="{96CBE1D5-3704-41CA-9E63-324AA9B74248}" sibTransId="{B58DFCC0-6A28-4490-A359-FE1898749060}"/>
    <dgm:cxn modelId="{FF6912CA-4425-457B-B710-8562ADA2EDA2}" type="presOf" srcId="{953D5030-FFDA-4A85-A90D-0C6C5581E2B6}" destId="{D589662D-FA48-4746-AEDE-7900F9591A49}" srcOrd="0" destOrd="0" presId="urn:microsoft.com/office/officeart/2018/5/layout/IconCircleLabelList"/>
    <dgm:cxn modelId="{C63C55D6-FE66-4EBE-9F6B-0686D70977F5}" type="presOf" srcId="{70C03DEC-3BDA-4525-9A38-EE65F4C250DB}" destId="{940EB173-03F7-4B05-887A-8888FF450893}" srcOrd="0" destOrd="0" presId="urn:microsoft.com/office/officeart/2018/5/layout/IconCircleLabelList"/>
    <dgm:cxn modelId="{3F57D9D7-28FC-4986-9749-6B2C9C509F43}" srcId="{352A7A97-DB2F-49A1-94A7-3E3158D3D12A}" destId="{70C03DEC-3BDA-4525-9A38-EE65F4C250DB}" srcOrd="1" destOrd="0" parTransId="{129A4A9D-F3EE-4C07-9948-265A2E474721}" sibTransId="{E921ED46-97C5-41CE-BB32-37CCD5003BC6}"/>
    <dgm:cxn modelId="{ED6466E6-5955-484F-A085-F34975FDD57E}" type="presOf" srcId="{95CB6B4A-09A0-4DE1-BBA8-592547C6C42E}" destId="{9466A31D-ABBC-48C1-B8B6-B8C79FAFC32F}" srcOrd="0" destOrd="0" presId="urn:microsoft.com/office/officeart/2018/5/layout/IconCircleLabelList"/>
    <dgm:cxn modelId="{E4E754EC-81EB-41BB-8EBA-E3DCB445CBC7}" srcId="{352A7A97-DB2F-49A1-94A7-3E3158D3D12A}" destId="{953D5030-FFDA-4A85-A90D-0C6C5581E2B6}" srcOrd="0" destOrd="0" parTransId="{2766E8E6-3620-45C0-AE56-53511E2CE7C7}" sibTransId="{D0A8002E-79FF-46DB-AA35-F20511EEBF19}"/>
    <dgm:cxn modelId="{4ADAB2EE-4C39-4CF2-9FAE-76499A722DF2}" type="presOf" srcId="{352A7A97-DB2F-49A1-94A7-3E3158D3D12A}" destId="{738BBD37-97BC-4EC6-80CC-6D06BFB954F5}" srcOrd="0" destOrd="0" presId="urn:microsoft.com/office/officeart/2018/5/layout/IconCircleLabelList"/>
    <dgm:cxn modelId="{AF28966C-6DE7-454F-B5CE-6E2D9ADE1DA9}" type="presParOf" srcId="{738BBD37-97BC-4EC6-80CC-6D06BFB954F5}" destId="{8B5470AB-98FF-412C-89AB-CE1D4686C495}" srcOrd="0" destOrd="0" presId="urn:microsoft.com/office/officeart/2018/5/layout/IconCircleLabelList"/>
    <dgm:cxn modelId="{28895EB2-AB9C-46BE-A34A-20F4E88CD8EC}" type="presParOf" srcId="{8B5470AB-98FF-412C-89AB-CE1D4686C495}" destId="{3F59E215-15DC-4548-9DD6-28E836CD1209}" srcOrd="0" destOrd="0" presId="urn:microsoft.com/office/officeart/2018/5/layout/IconCircleLabelList"/>
    <dgm:cxn modelId="{ABEF465E-D1BE-4C1E-A0BD-89DC6BEC06E6}" type="presParOf" srcId="{8B5470AB-98FF-412C-89AB-CE1D4686C495}" destId="{8E1B726F-FD4D-42B7-B5B3-9E9C36BE0B21}" srcOrd="1" destOrd="0" presId="urn:microsoft.com/office/officeart/2018/5/layout/IconCircleLabelList"/>
    <dgm:cxn modelId="{7FBFDF34-8CE4-4309-8085-9364E85BA11B}" type="presParOf" srcId="{8B5470AB-98FF-412C-89AB-CE1D4686C495}" destId="{59C10EEE-1E6C-4D26-AEF8-FAD7481B3009}" srcOrd="2" destOrd="0" presId="urn:microsoft.com/office/officeart/2018/5/layout/IconCircleLabelList"/>
    <dgm:cxn modelId="{3B9DBC31-4E8E-45CE-9FC6-8A08BC897615}" type="presParOf" srcId="{8B5470AB-98FF-412C-89AB-CE1D4686C495}" destId="{D589662D-FA48-4746-AEDE-7900F9591A49}" srcOrd="3" destOrd="0" presId="urn:microsoft.com/office/officeart/2018/5/layout/IconCircleLabelList"/>
    <dgm:cxn modelId="{AB1FD6C1-4127-4606-BB05-F71D8FE3A9EB}" type="presParOf" srcId="{738BBD37-97BC-4EC6-80CC-6D06BFB954F5}" destId="{3F46A679-F899-45E3-80BA-BD3146226DBC}" srcOrd="1" destOrd="0" presId="urn:microsoft.com/office/officeart/2018/5/layout/IconCircleLabelList"/>
    <dgm:cxn modelId="{8AF40FE9-A278-4566-81ED-46486DA86727}" type="presParOf" srcId="{738BBD37-97BC-4EC6-80CC-6D06BFB954F5}" destId="{234476AA-6EFD-47D2-8F73-D57F91F4C4E8}" srcOrd="2" destOrd="0" presId="urn:microsoft.com/office/officeart/2018/5/layout/IconCircleLabelList"/>
    <dgm:cxn modelId="{1D0DC2FA-4D91-4C64-B55A-8A5214DD55E3}" type="presParOf" srcId="{234476AA-6EFD-47D2-8F73-D57F91F4C4E8}" destId="{0313A715-F3A3-4BA7-88D2-DA29FEB686F7}" srcOrd="0" destOrd="0" presId="urn:microsoft.com/office/officeart/2018/5/layout/IconCircleLabelList"/>
    <dgm:cxn modelId="{7399AE3F-27F5-4EC4-9D35-83B9BEAF530F}" type="presParOf" srcId="{234476AA-6EFD-47D2-8F73-D57F91F4C4E8}" destId="{9AC7068C-DE89-4E34-8193-CFDA4404518B}" srcOrd="1" destOrd="0" presId="urn:microsoft.com/office/officeart/2018/5/layout/IconCircleLabelList"/>
    <dgm:cxn modelId="{870C5DBE-2FBC-479F-84E5-C5998124E930}" type="presParOf" srcId="{234476AA-6EFD-47D2-8F73-D57F91F4C4E8}" destId="{650E89AA-20BD-4124-B54E-33E9A0CB1109}" srcOrd="2" destOrd="0" presId="urn:microsoft.com/office/officeart/2018/5/layout/IconCircleLabelList"/>
    <dgm:cxn modelId="{30B2CC19-BFF3-4B00-8CC8-F4953C86F207}" type="presParOf" srcId="{234476AA-6EFD-47D2-8F73-D57F91F4C4E8}" destId="{940EB173-03F7-4B05-887A-8888FF450893}" srcOrd="3" destOrd="0" presId="urn:microsoft.com/office/officeart/2018/5/layout/IconCircleLabelList"/>
    <dgm:cxn modelId="{509D82B2-0E70-42E2-AB95-4FB004CB9D06}" type="presParOf" srcId="{738BBD37-97BC-4EC6-80CC-6D06BFB954F5}" destId="{54DC0751-C166-4E05-B3A7-4DA64F9D455B}" srcOrd="3" destOrd="0" presId="urn:microsoft.com/office/officeart/2018/5/layout/IconCircleLabelList"/>
    <dgm:cxn modelId="{49692218-F8A5-410A-B033-4ACD9B301DAA}" type="presParOf" srcId="{738BBD37-97BC-4EC6-80CC-6D06BFB954F5}" destId="{0C6BE911-C45E-4F37-A59D-B5C88E1D444C}" srcOrd="4" destOrd="0" presId="urn:microsoft.com/office/officeart/2018/5/layout/IconCircleLabelList"/>
    <dgm:cxn modelId="{877CECA0-F054-4E4C-A27C-1D8B7D5E9B0E}" type="presParOf" srcId="{0C6BE911-C45E-4F37-A59D-B5C88E1D444C}" destId="{05ADD6D1-0B21-4285-B621-F1EFCBB349F6}" srcOrd="0" destOrd="0" presId="urn:microsoft.com/office/officeart/2018/5/layout/IconCircleLabelList"/>
    <dgm:cxn modelId="{3F56CA51-D45A-4E1C-98A3-29E24B3D192F}" type="presParOf" srcId="{0C6BE911-C45E-4F37-A59D-B5C88E1D444C}" destId="{56E3446B-9EF1-4727-A7F8-95B0D0DDF8CB}" srcOrd="1" destOrd="0" presId="urn:microsoft.com/office/officeart/2018/5/layout/IconCircleLabelList"/>
    <dgm:cxn modelId="{53229BD6-E160-4830-B879-8D9DB7079B70}" type="presParOf" srcId="{0C6BE911-C45E-4F37-A59D-B5C88E1D444C}" destId="{6E74E0FC-0E1E-4C57-A75D-40A22FA7F194}" srcOrd="2" destOrd="0" presId="urn:microsoft.com/office/officeart/2018/5/layout/IconCircleLabelList"/>
    <dgm:cxn modelId="{EDF506CF-80A9-4A50-8671-9A391E021008}" type="presParOf" srcId="{0C6BE911-C45E-4F37-A59D-B5C88E1D444C}" destId="{9466A31D-ABBC-48C1-B8B6-B8C79FAFC32F}" srcOrd="3" destOrd="0" presId="urn:microsoft.com/office/officeart/2018/5/layout/IconCircleLabelList"/>
    <dgm:cxn modelId="{F29EF881-16C6-4F86-9BEA-CA3F3E58D023}" type="presParOf" srcId="{738BBD37-97BC-4EC6-80CC-6D06BFB954F5}" destId="{C4F02240-DC15-4A61-8D04-34E4B01203BA}" srcOrd="5" destOrd="0" presId="urn:microsoft.com/office/officeart/2018/5/layout/IconCircleLabelList"/>
    <dgm:cxn modelId="{98F6E063-1370-42F3-A427-D37D424F7321}" type="presParOf" srcId="{738BBD37-97BC-4EC6-80CC-6D06BFB954F5}" destId="{70E44BD5-4FC6-4796-B585-A970F5DC4FA2}" srcOrd="6" destOrd="0" presId="urn:microsoft.com/office/officeart/2018/5/layout/IconCircleLabelList"/>
    <dgm:cxn modelId="{F019893C-8C1B-49EC-931C-665FC7604C46}" type="presParOf" srcId="{70E44BD5-4FC6-4796-B585-A970F5DC4FA2}" destId="{5F2DEC5E-C0E4-4AA5-A11B-22F2C7BB7263}" srcOrd="0" destOrd="0" presId="urn:microsoft.com/office/officeart/2018/5/layout/IconCircleLabelList"/>
    <dgm:cxn modelId="{5552D84F-58A8-4BA0-8EA3-47D5E99A0F9E}" type="presParOf" srcId="{70E44BD5-4FC6-4796-B585-A970F5DC4FA2}" destId="{158F4544-7C65-4452-B28D-564E2193DE40}" srcOrd="1" destOrd="0" presId="urn:microsoft.com/office/officeart/2018/5/layout/IconCircleLabelList"/>
    <dgm:cxn modelId="{91869860-0577-46CC-9479-D98EC039F629}" type="presParOf" srcId="{70E44BD5-4FC6-4796-B585-A970F5DC4FA2}" destId="{55FBF476-1FEB-4079-9DF8-92E0C554E475}" srcOrd="2" destOrd="0" presId="urn:microsoft.com/office/officeart/2018/5/layout/IconCircleLabelList"/>
    <dgm:cxn modelId="{C12879C1-B054-48BB-81C9-01BCA535804E}" type="presParOf" srcId="{70E44BD5-4FC6-4796-B585-A970F5DC4FA2}" destId="{515A3695-5212-4FEF-AC32-DCB24D5010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4C18C7-58B3-4EA6-A97E-2BF177F7267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D9DBE4-4ED4-4290-BB38-2C04886912F0}">
      <dgm:prSet/>
      <dgm:spPr/>
      <dgm:t>
        <a:bodyPr/>
        <a:lstStyle/>
        <a:p>
          <a:r>
            <a:rPr lang="en-US"/>
            <a:t>Calculate delivery duration and delay.</a:t>
          </a:r>
        </a:p>
      </dgm:t>
    </dgm:pt>
    <dgm:pt modelId="{C60D9908-F44B-49CC-9916-6337BA06B3FB}" type="parTrans" cxnId="{3F098116-FB8B-491D-9595-D26279F6C33F}">
      <dgm:prSet/>
      <dgm:spPr/>
      <dgm:t>
        <a:bodyPr/>
        <a:lstStyle/>
        <a:p>
          <a:endParaRPr lang="en-US"/>
        </a:p>
      </dgm:t>
    </dgm:pt>
    <dgm:pt modelId="{DF66E354-80CF-4835-A795-3D52C50C001E}" type="sibTrans" cxnId="{3F098116-FB8B-491D-9595-D26279F6C33F}">
      <dgm:prSet/>
      <dgm:spPr/>
      <dgm:t>
        <a:bodyPr/>
        <a:lstStyle/>
        <a:p>
          <a:endParaRPr lang="en-US"/>
        </a:p>
      </dgm:t>
    </dgm:pt>
    <dgm:pt modelId="{B45ACE1F-BC2F-4523-9C69-3FBC8EED80A3}">
      <dgm:prSet/>
      <dgm:spPr/>
      <dgm:t>
        <a:bodyPr/>
        <a:lstStyle/>
        <a:p>
          <a:r>
            <a:rPr lang="en-US"/>
            <a:t>Find Top 10 delayed routes.</a:t>
          </a:r>
        </a:p>
      </dgm:t>
    </dgm:pt>
    <dgm:pt modelId="{104CB31E-B927-4400-8473-FB41BD7391B2}" type="parTrans" cxnId="{3548D722-342D-4ED6-8B2D-80B22D8204A8}">
      <dgm:prSet/>
      <dgm:spPr/>
      <dgm:t>
        <a:bodyPr/>
        <a:lstStyle/>
        <a:p>
          <a:endParaRPr lang="en-US"/>
        </a:p>
      </dgm:t>
    </dgm:pt>
    <dgm:pt modelId="{BA9EDC49-F7E6-4FE5-9692-165EC2E62175}" type="sibTrans" cxnId="{3548D722-342D-4ED6-8B2D-80B22D8204A8}">
      <dgm:prSet/>
      <dgm:spPr/>
      <dgm:t>
        <a:bodyPr/>
        <a:lstStyle/>
        <a:p>
          <a:endParaRPr lang="en-US"/>
        </a:p>
      </dgm:t>
    </dgm:pt>
    <dgm:pt modelId="{DB0B2760-23D2-4655-B9DC-0E7A939688EA}">
      <dgm:prSet/>
      <dgm:spPr/>
      <dgm:t>
        <a:bodyPr/>
        <a:lstStyle/>
        <a:p>
          <a:r>
            <a:rPr lang="en-US"/>
            <a:t>Rank shipments within warehouses.</a:t>
          </a:r>
        </a:p>
      </dgm:t>
    </dgm:pt>
    <dgm:pt modelId="{B61B9A98-629F-4264-8EAF-4F67F45D1B72}" type="parTrans" cxnId="{75EA2AFE-7038-4773-B40C-0C8081404963}">
      <dgm:prSet/>
      <dgm:spPr/>
      <dgm:t>
        <a:bodyPr/>
        <a:lstStyle/>
        <a:p>
          <a:endParaRPr lang="en-US"/>
        </a:p>
      </dgm:t>
    </dgm:pt>
    <dgm:pt modelId="{3B927239-2AF7-462D-85A7-D8A65CF62AC5}" type="sibTrans" cxnId="{75EA2AFE-7038-4773-B40C-0C8081404963}">
      <dgm:prSet/>
      <dgm:spPr/>
      <dgm:t>
        <a:bodyPr/>
        <a:lstStyle/>
        <a:p>
          <a:endParaRPr lang="en-US"/>
        </a:p>
      </dgm:t>
    </dgm:pt>
    <dgm:pt modelId="{9AF17F12-3CF7-433B-935E-7CFE48FCB9ED}">
      <dgm:prSet/>
      <dgm:spPr/>
      <dgm:t>
        <a:bodyPr/>
        <a:lstStyle/>
        <a:p>
          <a:r>
            <a:rPr lang="en-US"/>
            <a:t>Compare Express and Standard delivery delays.</a:t>
          </a:r>
        </a:p>
      </dgm:t>
    </dgm:pt>
    <dgm:pt modelId="{6F6121E1-0D7A-4B9B-9DD7-87F91B469C2F}" type="parTrans" cxnId="{B4E98564-B900-4D37-B335-5E8DB847B926}">
      <dgm:prSet/>
      <dgm:spPr/>
      <dgm:t>
        <a:bodyPr/>
        <a:lstStyle/>
        <a:p>
          <a:endParaRPr lang="en-US"/>
        </a:p>
      </dgm:t>
    </dgm:pt>
    <dgm:pt modelId="{6F16DFD0-FCCC-43B1-844E-D1132EA228C7}" type="sibTrans" cxnId="{B4E98564-B900-4D37-B335-5E8DB847B926}">
      <dgm:prSet/>
      <dgm:spPr/>
      <dgm:t>
        <a:bodyPr/>
        <a:lstStyle/>
        <a:p>
          <a:endParaRPr lang="en-US"/>
        </a:p>
      </dgm:t>
    </dgm:pt>
    <dgm:pt modelId="{E56FB856-868E-464E-BA0F-3BD0EBE9875E}">
      <dgm:prSet/>
      <dgm:spPr/>
      <dgm:t>
        <a:bodyPr/>
        <a:lstStyle/>
        <a:p>
          <a:r>
            <a:rPr lang="en-US"/>
            <a:t>Insight: High-delay routes need operational intervention.</a:t>
          </a:r>
        </a:p>
      </dgm:t>
    </dgm:pt>
    <dgm:pt modelId="{D60AFAE5-779C-44C0-B661-71BEF30F5572}" type="parTrans" cxnId="{879E1FB7-3F06-4F98-BC1A-8FDC778C87BD}">
      <dgm:prSet/>
      <dgm:spPr/>
      <dgm:t>
        <a:bodyPr/>
        <a:lstStyle/>
        <a:p>
          <a:endParaRPr lang="en-US"/>
        </a:p>
      </dgm:t>
    </dgm:pt>
    <dgm:pt modelId="{A99A803C-F3F8-4E78-A48E-131A4E4DB5E9}" type="sibTrans" cxnId="{879E1FB7-3F06-4F98-BC1A-8FDC778C87BD}">
      <dgm:prSet/>
      <dgm:spPr/>
      <dgm:t>
        <a:bodyPr/>
        <a:lstStyle/>
        <a:p>
          <a:endParaRPr lang="en-US"/>
        </a:p>
      </dgm:t>
    </dgm:pt>
    <dgm:pt modelId="{FB65B93B-5B33-43CC-929B-64D17B3FF624}" type="pres">
      <dgm:prSet presAssocID="{C44C18C7-58B3-4EA6-A97E-2BF177F7267B}" presName="root" presStyleCnt="0">
        <dgm:presLayoutVars>
          <dgm:dir/>
          <dgm:resizeHandles val="exact"/>
        </dgm:presLayoutVars>
      </dgm:prSet>
      <dgm:spPr/>
    </dgm:pt>
    <dgm:pt modelId="{939F0B12-077A-45DF-A875-6B86B3D9F707}" type="pres">
      <dgm:prSet presAssocID="{29D9DBE4-4ED4-4290-BB38-2C04886912F0}" presName="compNode" presStyleCnt="0"/>
      <dgm:spPr/>
    </dgm:pt>
    <dgm:pt modelId="{D5B9BC43-5C23-4A39-91E6-83F25DB5B961}" type="pres">
      <dgm:prSet presAssocID="{29D9DBE4-4ED4-4290-BB38-2C04886912F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F5D3EE3B-B2B8-400C-ABC1-F2C50A963B04}" type="pres">
      <dgm:prSet presAssocID="{29D9DBE4-4ED4-4290-BB38-2C04886912F0}" presName="spaceRect" presStyleCnt="0"/>
      <dgm:spPr/>
    </dgm:pt>
    <dgm:pt modelId="{5B2A6636-6245-46F9-84D5-4735666E3F1C}" type="pres">
      <dgm:prSet presAssocID="{29D9DBE4-4ED4-4290-BB38-2C04886912F0}" presName="textRect" presStyleLbl="revTx" presStyleIdx="0" presStyleCnt="5">
        <dgm:presLayoutVars>
          <dgm:chMax val="1"/>
          <dgm:chPref val="1"/>
        </dgm:presLayoutVars>
      </dgm:prSet>
      <dgm:spPr/>
    </dgm:pt>
    <dgm:pt modelId="{8E785517-880C-43CE-BE53-B75F2768B2D8}" type="pres">
      <dgm:prSet presAssocID="{DF66E354-80CF-4835-A795-3D52C50C001E}" presName="sibTrans" presStyleCnt="0"/>
      <dgm:spPr/>
    </dgm:pt>
    <dgm:pt modelId="{F83358F6-1E14-4348-BEA7-964BB24BF479}" type="pres">
      <dgm:prSet presAssocID="{B45ACE1F-BC2F-4523-9C69-3FBC8EED80A3}" presName="compNode" presStyleCnt="0"/>
      <dgm:spPr/>
    </dgm:pt>
    <dgm:pt modelId="{7613F838-9864-4936-8657-9E1A138A6AE2}" type="pres">
      <dgm:prSet presAssocID="{B45ACE1F-BC2F-4523-9C69-3FBC8EED80A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416B2F15-F552-4734-8693-6EAD75ED5064}" type="pres">
      <dgm:prSet presAssocID="{B45ACE1F-BC2F-4523-9C69-3FBC8EED80A3}" presName="spaceRect" presStyleCnt="0"/>
      <dgm:spPr/>
    </dgm:pt>
    <dgm:pt modelId="{6685E8A7-8FC8-4008-A0AF-0945A1EE6051}" type="pres">
      <dgm:prSet presAssocID="{B45ACE1F-BC2F-4523-9C69-3FBC8EED80A3}" presName="textRect" presStyleLbl="revTx" presStyleIdx="1" presStyleCnt="5">
        <dgm:presLayoutVars>
          <dgm:chMax val="1"/>
          <dgm:chPref val="1"/>
        </dgm:presLayoutVars>
      </dgm:prSet>
      <dgm:spPr/>
    </dgm:pt>
    <dgm:pt modelId="{F33FA342-A693-44EF-A557-9D751BD4E388}" type="pres">
      <dgm:prSet presAssocID="{BA9EDC49-F7E6-4FE5-9692-165EC2E62175}" presName="sibTrans" presStyleCnt="0"/>
      <dgm:spPr/>
    </dgm:pt>
    <dgm:pt modelId="{92676571-0C24-4E81-ABF0-493854F04B67}" type="pres">
      <dgm:prSet presAssocID="{DB0B2760-23D2-4655-B9DC-0E7A939688EA}" presName="compNode" presStyleCnt="0"/>
      <dgm:spPr/>
    </dgm:pt>
    <dgm:pt modelId="{B9E609C5-0C1B-4CA7-8F02-483E11FA5586}" type="pres">
      <dgm:prSet presAssocID="{DB0B2760-23D2-4655-B9DC-0E7A939688E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6DF85FD0-63AA-40FC-ADD1-9C26906D177A}" type="pres">
      <dgm:prSet presAssocID="{DB0B2760-23D2-4655-B9DC-0E7A939688EA}" presName="spaceRect" presStyleCnt="0"/>
      <dgm:spPr/>
    </dgm:pt>
    <dgm:pt modelId="{1D6E2B64-0067-4DAE-8DAE-F64ECF6E5770}" type="pres">
      <dgm:prSet presAssocID="{DB0B2760-23D2-4655-B9DC-0E7A939688EA}" presName="textRect" presStyleLbl="revTx" presStyleIdx="2" presStyleCnt="5">
        <dgm:presLayoutVars>
          <dgm:chMax val="1"/>
          <dgm:chPref val="1"/>
        </dgm:presLayoutVars>
      </dgm:prSet>
      <dgm:spPr/>
    </dgm:pt>
    <dgm:pt modelId="{B41E220E-1083-4FF3-8940-FC7AAF0FB7A6}" type="pres">
      <dgm:prSet presAssocID="{3B927239-2AF7-462D-85A7-D8A65CF62AC5}" presName="sibTrans" presStyleCnt="0"/>
      <dgm:spPr/>
    </dgm:pt>
    <dgm:pt modelId="{3246245B-949F-47A5-AC64-DC2346E25554}" type="pres">
      <dgm:prSet presAssocID="{9AF17F12-3CF7-433B-935E-7CFE48FCB9ED}" presName="compNode" presStyleCnt="0"/>
      <dgm:spPr/>
    </dgm:pt>
    <dgm:pt modelId="{BC528152-3578-4DE8-98BB-99EF1F3F5CF8}" type="pres">
      <dgm:prSet presAssocID="{9AF17F12-3CF7-433B-935E-7CFE48FCB9E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1D974BA6-6A31-485A-AC90-0428E7B1E518}" type="pres">
      <dgm:prSet presAssocID="{9AF17F12-3CF7-433B-935E-7CFE48FCB9ED}" presName="spaceRect" presStyleCnt="0"/>
      <dgm:spPr/>
    </dgm:pt>
    <dgm:pt modelId="{EF1EDF91-B8E8-43A0-8A91-44DE8724CF0E}" type="pres">
      <dgm:prSet presAssocID="{9AF17F12-3CF7-433B-935E-7CFE48FCB9ED}" presName="textRect" presStyleLbl="revTx" presStyleIdx="3" presStyleCnt="5">
        <dgm:presLayoutVars>
          <dgm:chMax val="1"/>
          <dgm:chPref val="1"/>
        </dgm:presLayoutVars>
      </dgm:prSet>
      <dgm:spPr/>
    </dgm:pt>
    <dgm:pt modelId="{365C738B-8015-41EE-8780-3D4CD1B39622}" type="pres">
      <dgm:prSet presAssocID="{6F16DFD0-FCCC-43B1-844E-D1132EA228C7}" presName="sibTrans" presStyleCnt="0"/>
      <dgm:spPr/>
    </dgm:pt>
    <dgm:pt modelId="{72020386-7590-48D3-B0FD-74797932C24C}" type="pres">
      <dgm:prSet presAssocID="{E56FB856-868E-464E-BA0F-3BD0EBE9875E}" presName="compNode" presStyleCnt="0"/>
      <dgm:spPr/>
    </dgm:pt>
    <dgm:pt modelId="{CC01C353-ECE6-4029-9554-31C3311B4499}" type="pres">
      <dgm:prSet presAssocID="{E56FB856-868E-464E-BA0F-3BD0EBE9875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D94EE047-5A3C-43F6-94CC-6098141BBF0F}" type="pres">
      <dgm:prSet presAssocID="{E56FB856-868E-464E-BA0F-3BD0EBE9875E}" presName="spaceRect" presStyleCnt="0"/>
      <dgm:spPr/>
    </dgm:pt>
    <dgm:pt modelId="{11730EF6-CE9D-4ECD-89F1-13A4EA974232}" type="pres">
      <dgm:prSet presAssocID="{E56FB856-868E-464E-BA0F-3BD0EBE9875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A544708-889C-4EBB-AE04-760607104345}" type="presOf" srcId="{DB0B2760-23D2-4655-B9DC-0E7A939688EA}" destId="{1D6E2B64-0067-4DAE-8DAE-F64ECF6E5770}" srcOrd="0" destOrd="0" presId="urn:microsoft.com/office/officeart/2018/2/layout/IconLabelList"/>
    <dgm:cxn modelId="{A68B8010-DAE6-4A69-9E3D-6742A6AA305F}" type="presOf" srcId="{C44C18C7-58B3-4EA6-A97E-2BF177F7267B}" destId="{FB65B93B-5B33-43CC-929B-64D17B3FF624}" srcOrd="0" destOrd="0" presId="urn:microsoft.com/office/officeart/2018/2/layout/IconLabelList"/>
    <dgm:cxn modelId="{3F098116-FB8B-491D-9595-D26279F6C33F}" srcId="{C44C18C7-58B3-4EA6-A97E-2BF177F7267B}" destId="{29D9DBE4-4ED4-4290-BB38-2C04886912F0}" srcOrd="0" destOrd="0" parTransId="{C60D9908-F44B-49CC-9916-6337BA06B3FB}" sibTransId="{DF66E354-80CF-4835-A795-3D52C50C001E}"/>
    <dgm:cxn modelId="{3548D722-342D-4ED6-8B2D-80B22D8204A8}" srcId="{C44C18C7-58B3-4EA6-A97E-2BF177F7267B}" destId="{B45ACE1F-BC2F-4523-9C69-3FBC8EED80A3}" srcOrd="1" destOrd="0" parTransId="{104CB31E-B927-4400-8473-FB41BD7391B2}" sibTransId="{BA9EDC49-F7E6-4FE5-9692-165EC2E62175}"/>
    <dgm:cxn modelId="{182BFF2D-A71C-4880-95ED-E1B186303F86}" type="presOf" srcId="{B45ACE1F-BC2F-4523-9C69-3FBC8EED80A3}" destId="{6685E8A7-8FC8-4008-A0AF-0945A1EE6051}" srcOrd="0" destOrd="0" presId="urn:microsoft.com/office/officeart/2018/2/layout/IconLabelList"/>
    <dgm:cxn modelId="{B4E98564-B900-4D37-B335-5E8DB847B926}" srcId="{C44C18C7-58B3-4EA6-A97E-2BF177F7267B}" destId="{9AF17F12-3CF7-433B-935E-7CFE48FCB9ED}" srcOrd="3" destOrd="0" parTransId="{6F6121E1-0D7A-4B9B-9DD7-87F91B469C2F}" sibTransId="{6F16DFD0-FCCC-43B1-844E-D1132EA228C7}"/>
    <dgm:cxn modelId="{6EFB1D7B-EEE9-4722-90E3-CDF2BCDB4108}" type="presOf" srcId="{E56FB856-868E-464E-BA0F-3BD0EBE9875E}" destId="{11730EF6-CE9D-4ECD-89F1-13A4EA974232}" srcOrd="0" destOrd="0" presId="urn:microsoft.com/office/officeart/2018/2/layout/IconLabelList"/>
    <dgm:cxn modelId="{8B502D8E-9899-44B9-BB44-45F86E643EED}" type="presOf" srcId="{9AF17F12-3CF7-433B-935E-7CFE48FCB9ED}" destId="{EF1EDF91-B8E8-43A0-8A91-44DE8724CF0E}" srcOrd="0" destOrd="0" presId="urn:microsoft.com/office/officeart/2018/2/layout/IconLabelList"/>
    <dgm:cxn modelId="{A2EABEB0-373C-4B2B-9809-F0F695923E82}" type="presOf" srcId="{29D9DBE4-4ED4-4290-BB38-2C04886912F0}" destId="{5B2A6636-6245-46F9-84D5-4735666E3F1C}" srcOrd="0" destOrd="0" presId="urn:microsoft.com/office/officeart/2018/2/layout/IconLabelList"/>
    <dgm:cxn modelId="{879E1FB7-3F06-4F98-BC1A-8FDC778C87BD}" srcId="{C44C18C7-58B3-4EA6-A97E-2BF177F7267B}" destId="{E56FB856-868E-464E-BA0F-3BD0EBE9875E}" srcOrd="4" destOrd="0" parTransId="{D60AFAE5-779C-44C0-B661-71BEF30F5572}" sibTransId="{A99A803C-F3F8-4E78-A48E-131A4E4DB5E9}"/>
    <dgm:cxn modelId="{75EA2AFE-7038-4773-B40C-0C8081404963}" srcId="{C44C18C7-58B3-4EA6-A97E-2BF177F7267B}" destId="{DB0B2760-23D2-4655-B9DC-0E7A939688EA}" srcOrd="2" destOrd="0" parTransId="{B61B9A98-629F-4264-8EAF-4F67F45D1B72}" sibTransId="{3B927239-2AF7-462D-85A7-D8A65CF62AC5}"/>
    <dgm:cxn modelId="{2A49D391-9991-42F8-A99E-C1C662B6E9D1}" type="presParOf" srcId="{FB65B93B-5B33-43CC-929B-64D17B3FF624}" destId="{939F0B12-077A-45DF-A875-6B86B3D9F707}" srcOrd="0" destOrd="0" presId="urn:microsoft.com/office/officeart/2018/2/layout/IconLabelList"/>
    <dgm:cxn modelId="{04ABC862-F5BB-4305-BD0B-3B660645D1E3}" type="presParOf" srcId="{939F0B12-077A-45DF-A875-6B86B3D9F707}" destId="{D5B9BC43-5C23-4A39-91E6-83F25DB5B961}" srcOrd="0" destOrd="0" presId="urn:microsoft.com/office/officeart/2018/2/layout/IconLabelList"/>
    <dgm:cxn modelId="{4CB8F321-FF1D-474B-8AD6-F90E62DD13E9}" type="presParOf" srcId="{939F0B12-077A-45DF-A875-6B86B3D9F707}" destId="{F5D3EE3B-B2B8-400C-ABC1-F2C50A963B04}" srcOrd="1" destOrd="0" presId="urn:microsoft.com/office/officeart/2018/2/layout/IconLabelList"/>
    <dgm:cxn modelId="{3FC179B0-76AC-4CE2-BF80-B1048ED98587}" type="presParOf" srcId="{939F0B12-077A-45DF-A875-6B86B3D9F707}" destId="{5B2A6636-6245-46F9-84D5-4735666E3F1C}" srcOrd="2" destOrd="0" presId="urn:microsoft.com/office/officeart/2018/2/layout/IconLabelList"/>
    <dgm:cxn modelId="{82C33D4D-BB32-4395-B71F-57ED69A243A9}" type="presParOf" srcId="{FB65B93B-5B33-43CC-929B-64D17B3FF624}" destId="{8E785517-880C-43CE-BE53-B75F2768B2D8}" srcOrd="1" destOrd="0" presId="urn:microsoft.com/office/officeart/2018/2/layout/IconLabelList"/>
    <dgm:cxn modelId="{4EB1AF37-9174-4031-AC89-E37F8CB266E3}" type="presParOf" srcId="{FB65B93B-5B33-43CC-929B-64D17B3FF624}" destId="{F83358F6-1E14-4348-BEA7-964BB24BF479}" srcOrd="2" destOrd="0" presId="urn:microsoft.com/office/officeart/2018/2/layout/IconLabelList"/>
    <dgm:cxn modelId="{FD8AA87D-0D95-4BC9-A5EB-20C114AA1C8C}" type="presParOf" srcId="{F83358F6-1E14-4348-BEA7-964BB24BF479}" destId="{7613F838-9864-4936-8657-9E1A138A6AE2}" srcOrd="0" destOrd="0" presId="urn:microsoft.com/office/officeart/2018/2/layout/IconLabelList"/>
    <dgm:cxn modelId="{CC1BD59F-392E-4B44-8A60-A44AF97DAF80}" type="presParOf" srcId="{F83358F6-1E14-4348-BEA7-964BB24BF479}" destId="{416B2F15-F552-4734-8693-6EAD75ED5064}" srcOrd="1" destOrd="0" presId="urn:microsoft.com/office/officeart/2018/2/layout/IconLabelList"/>
    <dgm:cxn modelId="{00270366-0F58-4585-B2E6-074896B13B89}" type="presParOf" srcId="{F83358F6-1E14-4348-BEA7-964BB24BF479}" destId="{6685E8A7-8FC8-4008-A0AF-0945A1EE6051}" srcOrd="2" destOrd="0" presId="urn:microsoft.com/office/officeart/2018/2/layout/IconLabelList"/>
    <dgm:cxn modelId="{7D48BF90-5CC8-415F-9A44-FFDF3C306F7A}" type="presParOf" srcId="{FB65B93B-5B33-43CC-929B-64D17B3FF624}" destId="{F33FA342-A693-44EF-A557-9D751BD4E388}" srcOrd="3" destOrd="0" presId="urn:microsoft.com/office/officeart/2018/2/layout/IconLabelList"/>
    <dgm:cxn modelId="{1FA61AB1-EF37-4F32-851C-89580C6B9478}" type="presParOf" srcId="{FB65B93B-5B33-43CC-929B-64D17B3FF624}" destId="{92676571-0C24-4E81-ABF0-493854F04B67}" srcOrd="4" destOrd="0" presId="urn:microsoft.com/office/officeart/2018/2/layout/IconLabelList"/>
    <dgm:cxn modelId="{850A35D2-B410-4EED-82E3-E11C0ABBD59B}" type="presParOf" srcId="{92676571-0C24-4E81-ABF0-493854F04B67}" destId="{B9E609C5-0C1B-4CA7-8F02-483E11FA5586}" srcOrd="0" destOrd="0" presId="urn:microsoft.com/office/officeart/2018/2/layout/IconLabelList"/>
    <dgm:cxn modelId="{D8E5A4C0-2CE0-4226-8196-462A954EC1C2}" type="presParOf" srcId="{92676571-0C24-4E81-ABF0-493854F04B67}" destId="{6DF85FD0-63AA-40FC-ADD1-9C26906D177A}" srcOrd="1" destOrd="0" presId="urn:microsoft.com/office/officeart/2018/2/layout/IconLabelList"/>
    <dgm:cxn modelId="{94565D92-F748-4AF6-9E30-FA3006E1811B}" type="presParOf" srcId="{92676571-0C24-4E81-ABF0-493854F04B67}" destId="{1D6E2B64-0067-4DAE-8DAE-F64ECF6E5770}" srcOrd="2" destOrd="0" presId="urn:microsoft.com/office/officeart/2018/2/layout/IconLabelList"/>
    <dgm:cxn modelId="{4C675B3B-F831-46A9-A8A9-2E80525671B0}" type="presParOf" srcId="{FB65B93B-5B33-43CC-929B-64D17B3FF624}" destId="{B41E220E-1083-4FF3-8940-FC7AAF0FB7A6}" srcOrd="5" destOrd="0" presId="urn:microsoft.com/office/officeart/2018/2/layout/IconLabelList"/>
    <dgm:cxn modelId="{BA093C20-089D-4CF0-BBB2-162A3F4E7748}" type="presParOf" srcId="{FB65B93B-5B33-43CC-929B-64D17B3FF624}" destId="{3246245B-949F-47A5-AC64-DC2346E25554}" srcOrd="6" destOrd="0" presId="urn:microsoft.com/office/officeart/2018/2/layout/IconLabelList"/>
    <dgm:cxn modelId="{2F52F0F2-9C1C-4D66-AC37-4CEDE0BBD5E5}" type="presParOf" srcId="{3246245B-949F-47A5-AC64-DC2346E25554}" destId="{BC528152-3578-4DE8-98BB-99EF1F3F5CF8}" srcOrd="0" destOrd="0" presId="urn:microsoft.com/office/officeart/2018/2/layout/IconLabelList"/>
    <dgm:cxn modelId="{061A4F8A-3E9A-4763-8433-186FC038A17B}" type="presParOf" srcId="{3246245B-949F-47A5-AC64-DC2346E25554}" destId="{1D974BA6-6A31-485A-AC90-0428E7B1E518}" srcOrd="1" destOrd="0" presId="urn:microsoft.com/office/officeart/2018/2/layout/IconLabelList"/>
    <dgm:cxn modelId="{368EF056-CCD9-40CA-863A-0146E1B98D00}" type="presParOf" srcId="{3246245B-949F-47A5-AC64-DC2346E25554}" destId="{EF1EDF91-B8E8-43A0-8A91-44DE8724CF0E}" srcOrd="2" destOrd="0" presId="urn:microsoft.com/office/officeart/2018/2/layout/IconLabelList"/>
    <dgm:cxn modelId="{126388CE-4A01-422B-A273-8AC3ECF89D69}" type="presParOf" srcId="{FB65B93B-5B33-43CC-929B-64D17B3FF624}" destId="{365C738B-8015-41EE-8780-3D4CD1B39622}" srcOrd="7" destOrd="0" presId="urn:microsoft.com/office/officeart/2018/2/layout/IconLabelList"/>
    <dgm:cxn modelId="{5D446D18-A64C-41A4-98D0-9001252DEDC3}" type="presParOf" srcId="{FB65B93B-5B33-43CC-929B-64D17B3FF624}" destId="{72020386-7590-48D3-B0FD-74797932C24C}" srcOrd="8" destOrd="0" presId="urn:microsoft.com/office/officeart/2018/2/layout/IconLabelList"/>
    <dgm:cxn modelId="{5270FF2F-19A1-4594-9CF0-D0F0FCAFBD0A}" type="presParOf" srcId="{72020386-7590-48D3-B0FD-74797932C24C}" destId="{CC01C353-ECE6-4029-9554-31C3311B4499}" srcOrd="0" destOrd="0" presId="urn:microsoft.com/office/officeart/2018/2/layout/IconLabelList"/>
    <dgm:cxn modelId="{556ACA6C-204E-456C-A7A0-2F7991E7538D}" type="presParOf" srcId="{72020386-7590-48D3-B0FD-74797932C24C}" destId="{D94EE047-5A3C-43F6-94CC-6098141BBF0F}" srcOrd="1" destOrd="0" presId="urn:microsoft.com/office/officeart/2018/2/layout/IconLabelList"/>
    <dgm:cxn modelId="{18D7A132-152A-407B-B515-D257BA0873B6}" type="presParOf" srcId="{72020386-7590-48D3-B0FD-74797932C24C}" destId="{11730EF6-CE9D-4ECD-89F1-13A4EA9742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848B95-2A9F-49D1-8392-8E80F18A1C79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BA3066-CB80-4DA0-99BB-7924E7E83920}">
      <dgm:prSet/>
      <dgm:spPr/>
      <dgm:t>
        <a:bodyPr/>
        <a:lstStyle/>
        <a:p>
          <a:r>
            <a:rPr lang="en-IN" b="1"/>
            <a:t>Average transit time </a:t>
          </a:r>
          <a:endParaRPr lang="en-US"/>
        </a:p>
      </dgm:t>
    </dgm:pt>
    <dgm:pt modelId="{A1FD54B8-F77A-47CB-BD1D-EF62AB9F1EF1}" type="parTrans" cxnId="{A76BC568-D04A-41EA-B865-D7C3D54D2D65}">
      <dgm:prSet/>
      <dgm:spPr/>
      <dgm:t>
        <a:bodyPr/>
        <a:lstStyle/>
        <a:p>
          <a:endParaRPr lang="en-US"/>
        </a:p>
      </dgm:t>
    </dgm:pt>
    <dgm:pt modelId="{F28E5B00-DB1E-407D-9E06-63CB188DF831}" type="sibTrans" cxnId="{A76BC568-D04A-41EA-B865-D7C3D54D2D65}">
      <dgm:prSet/>
      <dgm:spPr/>
      <dgm:t>
        <a:bodyPr/>
        <a:lstStyle/>
        <a:p>
          <a:endParaRPr lang="en-US"/>
        </a:p>
      </dgm:t>
    </dgm:pt>
    <dgm:pt modelId="{77B4868F-93F2-4C3B-B300-EBA8BB22C0EE}">
      <dgm:prSet/>
      <dgm:spPr/>
      <dgm:t>
        <a:bodyPr/>
        <a:lstStyle/>
        <a:p>
          <a:r>
            <a:rPr lang="en-IN" b="1"/>
            <a:t>Average delay</a:t>
          </a:r>
          <a:endParaRPr lang="en-US"/>
        </a:p>
      </dgm:t>
    </dgm:pt>
    <dgm:pt modelId="{3BCA33A1-A96D-45BD-BC17-87A9819F86D3}" type="parTrans" cxnId="{9E5C8325-A7E8-449B-8C38-B39744480331}">
      <dgm:prSet/>
      <dgm:spPr/>
      <dgm:t>
        <a:bodyPr/>
        <a:lstStyle/>
        <a:p>
          <a:endParaRPr lang="en-US"/>
        </a:p>
      </dgm:t>
    </dgm:pt>
    <dgm:pt modelId="{579B9D19-3C7D-4CDB-ADD6-88B5B9E6F832}" type="sibTrans" cxnId="{9E5C8325-A7E8-449B-8C38-B39744480331}">
      <dgm:prSet/>
      <dgm:spPr/>
      <dgm:t>
        <a:bodyPr/>
        <a:lstStyle/>
        <a:p>
          <a:endParaRPr lang="en-US"/>
        </a:p>
      </dgm:t>
    </dgm:pt>
    <dgm:pt modelId="{7E3CFDEB-B26E-4E28-9DD5-E6FA45218DCB}">
      <dgm:prSet/>
      <dgm:spPr/>
      <dgm:t>
        <a:bodyPr/>
        <a:lstStyle/>
        <a:p>
          <a:r>
            <a:rPr lang="en-IN" b="1"/>
            <a:t>Efficiency ratio </a:t>
          </a:r>
          <a:endParaRPr lang="en-US"/>
        </a:p>
      </dgm:t>
    </dgm:pt>
    <dgm:pt modelId="{476349A4-45D5-4CC2-97CF-425D2DFDD7C0}" type="parTrans" cxnId="{5D06497D-9344-492D-B506-720BF4467D2A}">
      <dgm:prSet/>
      <dgm:spPr/>
      <dgm:t>
        <a:bodyPr/>
        <a:lstStyle/>
        <a:p>
          <a:endParaRPr lang="en-US"/>
        </a:p>
      </dgm:t>
    </dgm:pt>
    <dgm:pt modelId="{DC20EFAE-BB39-4E35-B7B1-FDBE00AD715E}" type="sibTrans" cxnId="{5D06497D-9344-492D-B506-720BF4467D2A}">
      <dgm:prSet/>
      <dgm:spPr/>
      <dgm:t>
        <a:bodyPr/>
        <a:lstStyle/>
        <a:p>
          <a:endParaRPr lang="en-US"/>
        </a:p>
      </dgm:t>
    </dgm:pt>
    <dgm:pt modelId="{8DE204E6-6AA6-47C9-8258-109F85C7C80C}">
      <dgm:prSet/>
      <dgm:spPr/>
      <dgm:t>
        <a:bodyPr/>
        <a:lstStyle/>
        <a:p>
          <a:r>
            <a:rPr lang="en-IN" b="1"/>
            <a:t>Worst-performing routes</a:t>
          </a:r>
          <a:endParaRPr lang="en-US"/>
        </a:p>
      </dgm:t>
    </dgm:pt>
    <dgm:pt modelId="{42DBBD9C-B775-454C-AB0F-8561681FD109}" type="parTrans" cxnId="{8004D614-62B7-4EE5-AD83-21ECDD06DAC7}">
      <dgm:prSet/>
      <dgm:spPr/>
      <dgm:t>
        <a:bodyPr/>
        <a:lstStyle/>
        <a:p>
          <a:endParaRPr lang="en-US"/>
        </a:p>
      </dgm:t>
    </dgm:pt>
    <dgm:pt modelId="{96525CFD-1960-43B6-9B78-10215537D821}" type="sibTrans" cxnId="{8004D614-62B7-4EE5-AD83-21ECDD06DAC7}">
      <dgm:prSet/>
      <dgm:spPr/>
      <dgm:t>
        <a:bodyPr/>
        <a:lstStyle/>
        <a:p>
          <a:endParaRPr lang="en-US"/>
        </a:p>
      </dgm:t>
    </dgm:pt>
    <dgm:pt modelId="{2084454F-E61D-422A-89DA-57404C318D8B}">
      <dgm:prSet/>
      <dgm:spPr/>
      <dgm:t>
        <a:bodyPr/>
        <a:lstStyle/>
        <a:p>
          <a:r>
            <a:rPr lang="en-IN" b="1"/>
            <a:t>Delayed shipment percentage</a:t>
          </a:r>
          <a:endParaRPr lang="en-US"/>
        </a:p>
      </dgm:t>
    </dgm:pt>
    <dgm:pt modelId="{48E6962D-475F-442C-9B89-BA50FC5A0174}" type="parTrans" cxnId="{392D8509-D984-4B45-ADF1-FE4480BACAE3}">
      <dgm:prSet/>
      <dgm:spPr/>
      <dgm:t>
        <a:bodyPr/>
        <a:lstStyle/>
        <a:p>
          <a:endParaRPr lang="en-US"/>
        </a:p>
      </dgm:t>
    </dgm:pt>
    <dgm:pt modelId="{0FFB6209-A31D-443D-9145-13007BCC1D97}" type="sibTrans" cxnId="{392D8509-D984-4B45-ADF1-FE4480BACAE3}">
      <dgm:prSet/>
      <dgm:spPr/>
      <dgm:t>
        <a:bodyPr/>
        <a:lstStyle/>
        <a:p>
          <a:endParaRPr lang="en-US"/>
        </a:p>
      </dgm:t>
    </dgm:pt>
    <dgm:pt modelId="{4FCCED6D-F577-49E1-BC85-3BC3E2452220}" type="pres">
      <dgm:prSet presAssocID="{AC848B95-2A9F-49D1-8392-8E80F18A1C79}" presName="linear" presStyleCnt="0">
        <dgm:presLayoutVars>
          <dgm:dir/>
          <dgm:animLvl val="lvl"/>
          <dgm:resizeHandles val="exact"/>
        </dgm:presLayoutVars>
      </dgm:prSet>
      <dgm:spPr/>
    </dgm:pt>
    <dgm:pt modelId="{EEB50928-2E65-459E-9A71-29F6747C0CA5}" type="pres">
      <dgm:prSet presAssocID="{28BA3066-CB80-4DA0-99BB-7924E7E83920}" presName="parentLin" presStyleCnt="0"/>
      <dgm:spPr/>
    </dgm:pt>
    <dgm:pt modelId="{CF01AB89-68C0-4274-8408-21D377380A4A}" type="pres">
      <dgm:prSet presAssocID="{28BA3066-CB80-4DA0-99BB-7924E7E83920}" presName="parentLeftMargin" presStyleLbl="node1" presStyleIdx="0" presStyleCnt="5"/>
      <dgm:spPr/>
    </dgm:pt>
    <dgm:pt modelId="{F3B2ABF7-1C2D-4FBF-BD00-06E7E0405F6C}" type="pres">
      <dgm:prSet presAssocID="{28BA3066-CB80-4DA0-99BB-7924E7E8392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2A78CC-D6B0-4371-9F54-D1A3F024AD08}" type="pres">
      <dgm:prSet presAssocID="{28BA3066-CB80-4DA0-99BB-7924E7E83920}" presName="negativeSpace" presStyleCnt="0"/>
      <dgm:spPr/>
    </dgm:pt>
    <dgm:pt modelId="{C295CD83-8B43-4634-81DF-4A80F6BDF42A}" type="pres">
      <dgm:prSet presAssocID="{28BA3066-CB80-4DA0-99BB-7924E7E83920}" presName="childText" presStyleLbl="conFgAcc1" presStyleIdx="0" presStyleCnt="5">
        <dgm:presLayoutVars>
          <dgm:bulletEnabled val="1"/>
        </dgm:presLayoutVars>
      </dgm:prSet>
      <dgm:spPr/>
    </dgm:pt>
    <dgm:pt modelId="{E5852389-2EB1-4207-8C3D-DB291A52B529}" type="pres">
      <dgm:prSet presAssocID="{F28E5B00-DB1E-407D-9E06-63CB188DF831}" presName="spaceBetweenRectangles" presStyleCnt="0"/>
      <dgm:spPr/>
    </dgm:pt>
    <dgm:pt modelId="{38843E25-EE92-4D14-AFB6-14E3D616F9B2}" type="pres">
      <dgm:prSet presAssocID="{77B4868F-93F2-4C3B-B300-EBA8BB22C0EE}" presName="parentLin" presStyleCnt="0"/>
      <dgm:spPr/>
    </dgm:pt>
    <dgm:pt modelId="{54C85E3A-1C6E-4170-AE93-1C2F7D36D1CA}" type="pres">
      <dgm:prSet presAssocID="{77B4868F-93F2-4C3B-B300-EBA8BB22C0EE}" presName="parentLeftMargin" presStyleLbl="node1" presStyleIdx="0" presStyleCnt="5"/>
      <dgm:spPr/>
    </dgm:pt>
    <dgm:pt modelId="{C83B140C-B1DD-4C2D-8F99-4814F96E820F}" type="pres">
      <dgm:prSet presAssocID="{77B4868F-93F2-4C3B-B300-EBA8BB22C0E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32B87FC-3141-44A1-BA96-750846E75F8E}" type="pres">
      <dgm:prSet presAssocID="{77B4868F-93F2-4C3B-B300-EBA8BB22C0EE}" presName="negativeSpace" presStyleCnt="0"/>
      <dgm:spPr/>
    </dgm:pt>
    <dgm:pt modelId="{D7977684-BA80-4420-A098-9450CF01F7FC}" type="pres">
      <dgm:prSet presAssocID="{77B4868F-93F2-4C3B-B300-EBA8BB22C0EE}" presName="childText" presStyleLbl="conFgAcc1" presStyleIdx="1" presStyleCnt="5">
        <dgm:presLayoutVars>
          <dgm:bulletEnabled val="1"/>
        </dgm:presLayoutVars>
      </dgm:prSet>
      <dgm:spPr/>
    </dgm:pt>
    <dgm:pt modelId="{2A502E29-C12D-4203-AB31-15BF563F53F7}" type="pres">
      <dgm:prSet presAssocID="{579B9D19-3C7D-4CDB-ADD6-88B5B9E6F832}" presName="spaceBetweenRectangles" presStyleCnt="0"/>
      <dgm:spPr/>
    </dgm:pt>
    <dgm:pt modelId="{E7998964-4285-48AF-AB32-7C08A6A41306}" type="pres">
      <dgm:prSet presAssocID="{7E3CFDEB-B26E-4E28-9DD5-E6FA45218DCB}" presName="parentLin" presStyleCnt="0"/>
      <dgm:spPr/>
    </dgm:pt>
    <dgm:pt modelId="{3B2856EA-5767-4975-8D64-952754B7894F}" type="pres">
      <dgm:prSet presAssocID="{7E3CFDEB-B26E-4E28-9DD5-E6FA45218DCB}" presName="parentLeftMargin" presStyleLbl="node1" presStyleIdx="1" presStyleCnt="5"/>
      <dgm:spPr/>
    </dgm:pt>
    <dgm:pt modelId="{98841E2B-157B-42FC-8CEA-5105122CA2BD}" type="pres">
      <dgm:prSet presAssocID="{7E3CFDEB-B26E-4E28-9DD5-E6FA45218DC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D32BCF9-A2AB-4AF3-8F18-CA3479E621E3}" type="pres">
      <dgm:prSet presAssocID="{7E3CFDEB-B26E-4E28-9DD5-E6FA45218DCB}" presName="negativeSpace" presStyleCnt="0"/>
      <dgm:spPr/>
    </dgm:pt>
    <dgm:pt modelId="{CED5075D-418D-44E2-B2D4-42A202B939B8}" type="pres">
      <dgm:prSet presAssocID="{7E3CFDEB-B26E-4E28-9DD5-E6FA45218DCB}" presName="childText" presStyleLbl="conFgAcc1" presStyleIdx="2" presStyleCnt="5">
        <dgm:presLayoutVars>
          <dgm:bulletEnabled val="1"/>
        </dgm:presLayoutVars>
      </dgm:prSet>
      <dgm:spPr/>
    </dgm:pt>
    <dgm:pt modelId="{5DC1960B-90BC-4063-8770-9903A384C884}" type="pres">
      <dgm:prSet presAssocID="{DC20EFAE-BB39-4E35-B7B1-FDBE00AD715E}" presName="spaceBetweenRectangles" presStyleCnt="0"/>
      <dgm:spPr/>
    </dgm:pt>
    <dgm:pt modelId="{B8F9D722-6F10-43EA-B8C1-A6273CE60E7E}" type="pres">
      <dgm:prSet presAssocID="{8DE204E6-6AA6-47C9-8258-109F85C7C80C}" presName="parentLin" presStyleCnt="0"/>
      <dgm:spPr/>
    </dgm:pt>
    <dgm:pt modelId="{3AC1FC28-7C96-4EAD-927E-8138D8ABA3FE}" type="pres">
      <dgm:prSet presAssocID="{8DE204E6-6AA6-47C9-8258-109F85C7C80C}" presName="parentLeftMargin" presStyleLbl="node1" presStyleIdx="2" presStyleCnt="5"/>
      <dgm:spPr/>
    </dgm:pt>
    <dgm:pt modelId="{D117242E-76F4-4591-9391-874D2C89AAEA}" type="pres">
      <dgm:prSet presAssocID="{8DE204E6-6AA6-47C9-8258-109F85C7C80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28EF24F-DE41-48E1-8FE6-83EBC5A34E56}" type="pres">
      <dgm:prSet presAssocID="{8DE204E6-6AA6-47C9-8258-109F85C7C80C}" presName="negativeSpace" presStyleCnt="0"/>
      <dgm:spPr/>
    </dgm:pt>
    <dgm:pt modelId="{0225CD82-0550-42B7-9678-C4C573AF0EBA}" type="pres">
      <dgm:prSet presAssocID="{8DE204E6-6AA6-47C9-8258-109F85C7C80C}" presName="childText" presStyleLbl="conFgAcc1" presStyleIdx="3" presStyleCnt="5">
        <dgm:presLayoutVars>
          <dgm:bulletEnabled val="1"/>
        </dgm:presLayoutVars>
      </dgm:prSet>
      <dgm:spPr/>
    </dgm:pt>
    <dgm:pt modelId="{9AC8F67F-F9D9-4D16-B9A6-464F04F869F9}" type="pres">
      <dgm:prSet presAssocID="{96525CFD-1960-43B6-9B78-10215537D821}" presName="spaceBetweenRectangles" presStyleCnt="0"/>
      <dgm:spPr/>
    </dgm:pt>
    <dgm:pt modelId="{563A685F-2FAF-413E-9822-898F095E39AE}" type="pres">
      <dgm:prSet presAssocID="{2084454F-E61D-422A-89DA-57404C318D8B}" presName="parentLin" presStyleCnt="0"/>
      <dgm:spPr/>
    </dgm:pt>
    <dgm:pt modelId="{A1FE63CF-C7FA-4943-BA8A-CA9F4D9C7366}" type="pres">
      <dgm:prSet presAssocID="{2084454F-E61D-422A-89DA-57404C318D8B}" presName="parentLeftMargin" presStyleLbl="node1" presStyleIdx="3" presStyleCnt="5"/>
      <dgm:spPr/>
    </dgm:pt>
    <dgm:pt modelId="{66C5D213-A35A-4B52-BD6B-226756624045}" type="pres">
      <dgm:prSet presAssocID="{2084454F-E61D-422A-89DA-57404C318D8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788D1AB-914F-4DF2-865C-264621224945}" type="pres">
      <dgm:prSet presAssocID="{2084454F-E61D-422A-89DA-57404C318D8B}" presName="negativeSpace" presStyleCnt="0"/>
      <dgm:spPr/>
    </dgm:pt>
    <dgm:pt modelId="{E6749F0F-6C89-41EE-80A5-D5AB3FCBFA3B}" type="pres">
      <dgm:prSet presAssocID="{2084454F-E61D-422A-89DA-57404C318D8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0184503-4161-4567-9B91-579CDF6A74A1}" type="presOf" srcId="{28BA3066-CB80-4DA0-99BB-7924E7E83920}" destId="{CF01AB89-68C0-4274-8408-21D377380A4A}" srcOrd="0" destOrd="0" presId="urn:microsoft.com/office/officeart/2005/8/layout/list1"/>
    <dgm:cxn modelId="{392D8509-D984-4B45-ADF1-FE4480BACAE3}" srcId="{AC848B95-2A9F-49D1-8392-8E80F18A1C79}" destId="{2084454F-E61D-422A-89DA-57404C318D8B}" srcOrd="4" destOrd="0" parTransId="{48E6962D-475F-442C-9B89-BA50FC5A0174}" sibTransId="{0FFB6209-A31D-443D-9145-13007BCC1D97}"/>
    <dgm:cxn modelId="{8004D614-62B7-4EE5-AD83-21ECDD06DAC7}" srcId="{AC848B95-2A9F-49D1-8392-8E80F18A1C79}" destId="{8DE204E6-6AA6-47C9-8258-109F85C7C80C}" srcOrd="3" destOrd="0" parTransId="{42DBBD9C-B775-454C-AB0F-8561681FD109}" sibTransId="{96525CFD-1960-43B6-9B78-10215537D821}"/>
    <dgm:cxn modelId="{9E5C8325-A7E8-449B-8C38-B39744480331}" srcId="{AC848B95-2A9F-49D1-8392-8E80F18A1C79}" destId="{77B4868F-93F2-4C3B-B300-EBA8BB22C0EE}" srcOrd="1" destOrd="0" parTransId="{3BCA33A1-A96D-45BD-BC17-87A9819F86D3}" sibTransId="{579B9D19-3C7D-4CDB-ADD6-88B5B9E6F832}"/>
    <dgm:cxn modelId="{1FAFC360-E3D5-4E8E-91BA-BCDCD6873142}" type="presOf" srcId="{2084454F-E61D-422A-89DA-57404C318D8B}" destId="{66C5D213-A35A-4B52-BD6B-226756624045}" srcOrd="1" destOrd="0" presId="urn:microsoft.com/office/officeart/2005/8/layout/list1"/>
    <dgm:cxn modelId="{A76BC568-D04A-41EA-B865-D7C3D54D2D65}" srcId="{AC848B95-2A9F-49D1-8392-8E80F18A1C79}" destId="{28BA3066-CB80-4DA0-99BB-7924E7E83920}" srcOrd="0" destOrd="0" parTransId="{A1FD54B8-F77A-47CB-BD1D-EF62AB9F1EF1}" sibTransId="{F28E5B00-DB1E-407D-9E06-63CB188DF831}"/>
    <dgm:cxn modelId="{DBFF746F-B153-4879-88E4-65619B12ABEE}" type="presOf" srcId="{77B4868F-93F2-4C3B-B300-EBA8BB22C0EE}" destId="{C83B140C-B1DD-4C2D-8F99-4814F96E820F}" srcOrd="1" destOrd="0" presId="urn:microsoft.com/office/officeart/2005/8/layout/list1"/>
    <dgm:cxn modelId="{E9952852-622B-4195-B9FD-1A4685C91384}" type="presOf" srcId="{28BA3066-CB80-4DA0-99BB-7924E7E83920}" destId="{F3B2ABF7-1C2D-4FBF-BD00-06E7E0405F6C}" srcOrd="1" destOrd="0" presId="urn:microsoft.com/office/officeart/2005/8/layout/list1"/>
    <dgm:cxn modelId="{61999975-110D-4D4D-9ADB-1EC6491C4A00}" type="presOf" srcId="{AC848B95-2A9F-49D1-8392-8E80F18A1C79}" destId="{4FCCED6D-F577-49E1-BC85-3BC3E2452220}" srcOrd="0" destOrd="0" presId="urn:microsoft.com/office/officeart/2005/8/layout/list1"/>
    <dgm:cxn modelId="{5FE59079-B28E-4CE3-BE3B-F8E353808892}" type="presOf" srcId="{8DE204E6-6AA6-47C9-8258-109F85C7C80C}" destId="{3AC1FC28-7C96-4EAD-927E-8138D8ABA3FE}" srcOrd="0" destOrd="0" presId="urn:microsoft.com/office/officeart/2005/8/layout/list1"/>
    <dgm:cxn modelId="{5D06497D-9344-492D-B506-720BF4467D2A}" srcId="{AC848B95-2A9F-49D1-8392-8E80F18A1C79}" destId="{7E3CFDEB-B26E-4E28-9DD5-E6FA45218DCB}" srcOrd="2" destOrd="0" parTransId="{476349A4-45D5-4CC2-97CF-425D2DFDD7C0}" sibTransId="{DC20EFAE-BB39-4E35-B7B1-FDBE00AD715E}"/>
    <dgm:cxn modelId="{CC616191-5170-45C5-BADC-BA6F77CED57E}" type="presOf" srcId="{7E3CFDEB-B26E-4E28-9DD5-E6FA45218DCB}" destId="{98841E2B-157B-42FC-8CEA-5105122CA2BD}" srcOrd="1" destOrd="0" presId="urn:microsoft.com/office/officeart/2005/8/layout/list1"/>
    <dgm:cxn modelId="{7B9C3DA3-4457-442E-93AA-12E0CF81C7BD}" type="presOf" srcId="{7E3CFDEB-B26E-4E28-9DD5-E6FA45218DCB}" destId="{3B2856EA-5767-4975-8D64-952754B7894F}" srcOrd="0" destOrd="0" presId="urn:microsoft.com/office/officeart/2005/8/layout/list1"/>
    <dgm:cxn modelId="{448FACCA-AE40-4190-9B56-B446008CBF96}" type="presOf" srcId="{8DE204E6-6AA6-47C9-8258-109F85C7C80C}" destId="{D117242E-76F4-4591-9391-874D2C89AAEA}" srcOrd="1" destOrd="0" presId="urn:microsoft.com/office/officeart/2005/8/layout/list1"/>
    <dgm:cxn modelId="{0D28BED5-B82D-4994-85E9-0B1D96DB6072}" type="presOf" srcId="{2084454F-E61D-422A-89DA-57404C318D8B}" destId="{A1FE63CF-C7FA-4943-BA8A-CA9F4D9C7366}" srcOrd="0" destOrd="0" presId="urn:microsoft.com/office/officeart/2005/8/layout/list1"/>
    <dgm:cxn modelId="{DDF2E2E1-F54F-4784-807D-D11C83EE9C86}" type="presOf" srcId="{77B4868F-93F2-4C3B-B300-EBA8BB22C0EE}" destId="{54C85E3A-1C6E-4170-AE93-1C2F7D36D1CA}" srcOrd="0" destOrd="0" presId="urn:microsoft.com/office/officeart/2005/8/layout/list1"/>
    <dgm:cxn modelId="{9A5B5940-07DB-42EF-A57A-D0667246B6F7}" type="presParOf" srcId="{4FCCED6D-F577-49E1-BC85-3BC3E2452220}" destId="{EEB50928-2E65-459E-9A71-29F6747C0CA5}" srcOrd="0" destOrd="0" presId="urn:microsoft.com/office/officeart/2005/8/layout/list1"/>
    <dgm:cxn modelId="{1FEDEE61-2F47-40BD-889B-1A5C5F9E76F7}" type="presParOf" srcId="{EEB50928-2E65-459E-9A71-29F6747C0CA5}" destId="{CF01AB89-68C0-4274-8408-21D377380A4A}" srcOrd="0" destOrd="0" presId="urn:microsoft.com/office/officeart/2005/8/layout/list1"/>
    <dgm:cxn modelId="{7C2E33D2-C27F-4884-BDDD-68FE818B27F5}" type="presParOf" srcId="{EEB50928-2E65-459E-9A71-29F6747C0CA5}" destId="{F3B2ABF7-1C2D-4FBF-BD00-06E7E0405F6C}" srcOrd="1" destOrd="0" presId="urn:microsoft.com/office/officeart/2005/8/layout/list1"/>
    <dgm:cxn modelId="{B3088BAB-0C68-4B1F-9E4F-535854EA3FEB}" type="presParOf" srcId="{4FCCED6D-F577-49E1-BC85-3BC3E2452220}" destId="{282A78CC-D6B0-4371-9F54-D1A3F024AD08}" srcOrd="1" destOrd="0" presId="urn:microsoft.com/office/officeart/2005/8/layout/list1"/>
    <dgm:cxn modelId="{155DCBF0-C121-4D2C-BD2F-D39AD001A036}" type="presParOf" srcId="{4FCCED6D-F577-49E1-BC85-3BC3E2452220}" destId="{C295CD83-8B43-4634-81DF-4A80F6BDF42A}" srcOrd="2" destOrd="0" presId="urn:microsoft.com/office/officeart/2005/8/layout/list1"/>
    <dgm:cxn modelId="{BD3B5741-ECAD-4F92-A19F-CDB91D31C3BB}" type="presParOf" srcId="{4FCCED6D-F577-49E1-BC85-3BC3E2452220}" destId="{E5852389-2EB1-4207-8C3D-DB291A52B529}" srcOrd="3" destOrd="0" presId="urn:microsoft.com/office/officeart/2005/8/layout/list1"/>
    <dgm:cxn modelId="{C183050B-A25A-4786-A90B-66C93783A416}" type="presParOf" srcId="{4FCCED6D-F577-49E1-BC85-3BC3E2452220}" destId="{38843E25-EE92-4D14-AFB6-14E3D616F9B2}" srcOrd="4" destOrd="0" presId="urn:microsoft.com/office/officeart/2005/8/layout/list1"/>
    <dgm:cxn modelId="{6E590AE4-6FAD-4843-B2BA-DF1D85021611}" type="presParOf" srcId="{38843E25-EE92-4D14-AFB6-14E3D616F9B2}" destId="{54C85E3A-1C6E-4170-AE93-1C2F7D36D1CA}" srcOrd="0" destOrd="0" presId="urn:microsoft.com/office/officeart/2005/8/layout/list1"/>
    <dgm:cxn modelId="{7E7824E2-5DD2-4667-B8A3-9263DDD5C758}" type="presParOf" srcId="{38843E25-EE92-4D14-AFB6-14E3D616F9B2}" destId="{C83B140C-B1DD-4C2D-8F99-4814F96E820F}" srcOrd="1" destOrd="0" presId="urn:microsoft.com/office/officeart/2005/8/layout/list1"/>
    <dgm:cxn modelId="{E9AF3FEB-DE1E-4F6F-80C9-220A94E14E4F}" type="presParOf" srcId="{4FCCED6D-F577-49E1-BC85-3BC3E2452220}" destId="{532B87FC-3141-44A1-BA96-750846E75F8E}" srcOrd="5" destOrd="0" presId="urn:microsoft.com/office/officeart/2005/8/layout/list1"/>
    <dgm:cxn modelId="{A0EC998B-9F14-4863-9FB8-890D5EB9EFD1}" type="presParOf" srcId="{4FCCED6D-F577-49E1-BC85-3BC3E2452220}" destId="{D7977684-BA80-4420-A098-9450CF01F7FC}" srcOrd="6" destOrd="0" presId="urn:microsoft.com/office/officeart/2005/8/layout/list1"/>
    <dgm:cxn modelId="{3DD5034F-62DE-4EEB-886B-08EDF8AB8F0A}" type="presParOf" srcId="{4FCCED6D-F577-49E1-BC85-3BC3E2452220}" destId="{2A502E29-C12D-4203-AB31-15BF563F53F7}" srcOrd="7" destOrd="0" presId="urn:microsoft.com/office/officeart/2005/8/layout/list1"/>
    <dgm:cxn modelId="{4B4727E8-18C8-4016-8DD9-425CBBF4D9F3}" type="presParOf" srcId="{4FCCED6D-F577-49E1-BC85-3BC3E2452220}" destId="{E7998964-4285-48AF-AB32-7C08A6A41306}" srcOrd="8" destOrd="0" presId="urn:microsoft.com/office/officeart/2005/8/layout/list1"/>
    <dgm:cxn modelId="{C95B2DAA-DDEF-4825-A2F5-DD3045081D8D}" type="presParOf" srcId="{E7998964-4285-48AF-AB32-7C08A6A41306}" destId="{3B2856EA-5767-4975-8D64-952754B7894F}" srcOrd="0" destOrd="0" presId="urn:microsoft.com/office/officeart/2005/8/layout/list1"/>
    <dgm:cxn modelId="{6F3FB212-2DEB-4012-AB2E-1F3C8AF6E940}" type="presParOf" srcId="{E7998964-4285-48AF-AB32-7C08A6A41306}" destId="{98841E2B-157B-42FC-8CEA-5105122CA2BD}" srcOrd="1" destOrd="0" presId="urn:microsoft.com/office/officeart/2005/8/layout/list1"/>
    <dgm:cxn modelId="{96258763-F669-49CA-BAC2-92E85019DF44}" type="presParOf" srcId="{4FCCED6D-F577-49E1-BC85-3BC3E2452220}" destId="{5D32BCF9-A2AB-4AF3-8F18-CA3479E621E3}" srcOrd="9" destOrd="0" presId="urn:microsoft.com/office/officeart/2005/8/layout/list1"/>
    <dgm:cxn modelId="{C092C004-5317-42E4-B29E-F3A3EF8543BF}" type="presParOf" srcId="{4FCCED6D-F577-49E1-BC85-3BC3E2452220}" destId="{CED5075D-418D-44E2-B2D4-42A202B939B8}" srcOrd="10" destOrd="0" presId="urn:microsoft.com/office/officeart/2005/8/layout/list1"/>
    <dgm:cxn modelId="{0D32BEF1-BA95-4E06-9C27-DB4299B572AD}" type="presParOf" srcId="{4FCCED6D-F577-49E1-BC85-3BC3E2452220}" destId="{5DC1960B-90BC-4063-8770-9903A384C884}" srcOrd="11" destOrd="0" presId="urn:microsoft.com/office/officeart/2005/8/layout/list1"/>
    <dgm:cxn modelId="{D0355EA2-1B65-4B39-8EB9-7C52CDB6D19D}" type="presParOf" srcId="{4FCCED6D-F577-49E1-BC85-3BC3E2452220}" destId="{B8F9D722-6F10-43EA-B8C1-A6273CE60E7E}" srcOrd="12" destOrd="0" presId="urn:microsoft.com/office/officeart/2005/8/layout/list1"/>
    <dgm:cxn modelId="{1691687F-9039-43A4-B570-489C4C953707}" type="presParOf" srcId="{B8F9D722-6F10-43EA-B8C1-A6273CE60E7E}" destId="{3AC1FC28-7C96-4EAD-927E-8138D8ABA3FE}" srcOrd="0" destOrd="0" presId="urn:microsoft.com/office/officeart/2005/8/layout/list1"/>
    <dgm:cxn modelId="{51860300-3CAA-4D5A-B5ED-77D2538387F3}" type="presParOf" srcId="{B8F9D722-6F10-43EA-B8C1-A6273CE60E7E}" destId="{D117242E-76F4-4591-9391-874D2C89AAEA}" srcOrd="1" destOrd="0" presId="urn:microsoft.com/office/officeart/2005/8/layout/list1"/>
    <dgm:cxn modelId="{AF57C4AE-52F3-4864-9B15-55BD13B8634E}" type="presParOf" srcId="{4FCCED6D-F577-49E1-BC85-3BC3E2452220}" destId="{128EF24F-DE41-48E1-8FE6-83EBC5A34E56}" srcOrd="13" destOrd="0" presId="urn:microsoft.com/office/officeart/2005/8/layout/list1"/>
    <dgm:cxn modelId="{1439D33A-2BDB-4E5C-9796-228BDDE42B5A}" type="presParOf" srcId="{4FCCED6D-F577-49E1-BC85-3BC3E2452220}" destId="{0225CD82-0550-42B7-9678-C4C573AF0EBA}" srcOrd="14" destOrd="0" presId="urn:microsoft.com/office/officeart/2005/8/layout/list1"/>
    <dgm:cxn modelId="{47A7535C-3DBA-4977-8373-94352873A16A}" type="presParOf" srcId="{4FCCED6D-F577-49E1-BC85-3BC3E2452220}" destId="{9AC8F67F-F9D9-4D16-B9A6-464F04F869F9}" srcOrd="15" destOrd="0" presId="urn:microsoft.com/office/officeart/2005/8/layout/list1"/>
    <dgm:cxn modelId="{687A9235-89A6-4B63-A176-850611D15653}" type="presParOf" srcId="{4FCCED6D-F577-49E1-BC85-3BC3E2452220}" destId="{563A685F-2FAF-413E-9822-898F095E39AE}" srcOrd="16" destOrd="0" presId="urn:microsoft.com/office/officeart/2005/8/layout/list1"/>
    <dgm:cxn modelId="{ADA02C91-8AFF-46ED-9A22-90B3A58C6282}" type="presParOf" srcId="{563A685F-2FAF-413E-9822-898F095E39AE}" destId="{A1FE63CF-C7FA-4943-BA8A-CA9F4D9C7366}" srcOrd="0" destOrd="0" presId="urn:microsoft.com/office/officeart/2005/8/layout/list1"/>
    <dgm:cxn modelId="{3DE745C5-1F0F-4B50-A205-DBA05AAC7490}" type="presParOf" srcId="{563A685F-2FAF-413E-9822-898F095E39AE}" destId="{66C5D213-A35A-4B52-BD6B-226756624045}" srcOrd="1" destOrd="0" presId="urn:microsoft.com/office/officeart/2005/8/layout/list1"/>
    <dgm:cxn modelId="{D45B7DF5-1933-482F-8C41-6000EA664C82}" type="presParOf" srcId="{4FCCED6D-F577-49E1-BC85-3BC3E2452220}" destId="{7788D1AB-914F-4DF2-865C-264621224945}" srcOrd="17" destOrd="0" presId="urn:microsoft.com/office/officeart/2005/8/layout/list1"/>
    <dgm:cxn modelId="{5E4BB502-D480-405E-9CB9-01D190865655}" type="presParOf" srcId="{4FCCED6D-F577-49E1-BC85-3BC3E2452220}" destId="{E6749F0F-6C89-41EE-80A5-D5AB3FCBFA3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F5002C-A3DB-45FC-9B78-2CADB73B0DF2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C605A23-0959-42DF-927A-2BD3DD0A88B0}">
      <dgm:prSet/>
      <dgm:spPr/>
      <dgm:t>
        <a:bodyPr/>
        <a:lstStyle/>
        <a:p>
          <a:r>
            <a:rPr lang="en-IN"/>
            <a:t>Warehouse A</a:t>
          </a:r>
          <a:endParaRPr lang="en-US"/>
        </a:p>
      </dgm:t>
    </dgm:pt>
    <dgm:pt modelId="{C8773418-6D61-4258-B84E-8180181B4B8C}" type="parTrans" cxnId="{32A09808-94CD-46CE-8E7F-4D9D56385D0A}">
      <dgm:prSet/>
      <dgm:spPr/>
      <dgm:t>
        <a:bodyPr/>
        <a:lstStyle/>
        <a:p>
          <a:endParaRPr lang="en-US"/>
        </a:p>
      </dgm:t>
    </dgm:pt>
    <dgm:pt modelId="{E89FA463-8BC9-480D-A992-0043685129E2}" type="sibTrans" cxnId="{32A09808-94CD-46CE-8E7F-4D9D56385D0A}">
      <dgm:prSet/>
      <dgm:spPr/>
      <dgm:t>
        <a:bodyPr/>
        <a:lstStyle/>
        <a:p>
          <a:endParaRPr lang="en-US"/>
        </a:p>
      </dgm:t>
    </dgm:pt>
    <dgm:pt modelId="{89C4B17A-3001-4BE9-9BF7-71D1E5EC4654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5D1B2F30-94E9-48D3-9018-2271772F0E91}" type="parTrans" cxnId="{389143D8-704B-4216-82C4-84DCB1E23A82}">
      <dgm:prSet/>
      <dgm:spPr/>
      <dgm:t>
        <a:bodyPr/>
        <a:lstStyle/>
        <a:p>
          <a:endParaRPr lang="en-US"/>
        </a:p>
      </dgm:t>
    </dgm:pt>
    <dgm:pt modelId="{3588C6BA-BA59-4309-B938-B525BEC88D80}" type="sibTrans" cxnId="{389143D8-704B-4216-82C4-84DCB1E23A82}">
      <dgm:prSet/>
      <dgm:spPr/>
      <dgm:t>
        <a:bodyPr/>
        <a:lstStyle/>
        <a:p>
          <a:endParaRPr lang="en-US"/>
        </a:p>
      </dgm:t>
    </dgm:pt>
    <dgm:pt modelId="{EBD3AB2C-6A26-4AD2-AA3C-0F15C7DE0540}">
      <dgm:prSet/>
      <dgm:spPr/>
      <dgm:t>
        <a:bodyPr/>
        <a:lstStyle/>
        <a:p>
          <a:r>
            <a:rPr lang="en-IN"/>
            <a:t>Route R001</a:t>
          </a:r>
          <a:endParaRPr lang="en-US"/>
        </a:p>
      </dgm:t>
    </dgm:pt>
    <dgm:pt modelId="{5365F65C-0591-48C2-9F4F-6CA10AA25729}" type="parTrans" cxnId="{EA4DBB88-4112-4D4F-83BF-98D2543286FB}">
      <dgm:prSet/>
      <dgm:spPr/>
      <dgm:t>
        <a:bodyPr/>
        <a:lstStyle/>
        <a:p>
          <a:endParaRPr lang="en-US"/>
        </a:p>
      </dgm:t>
    </dgm:pt>
    <dgm:pt modelId="{8FE0C95B-3F62-450E-9C80-CD3865ADAC94}" type="sibTrans" cxnId="{EA4DBB88-4112-4D4F-83BF-98D2543286FB}">
      <dgm:prSet/>
      <dgm:spPr/>
      <dgm:t>
        <a:bodyPr/>
        <a:lstStyle/>
        <a:p>
          <a:endParaRPr lang="en-US"/>
        </a:p>
      </dgm:t>
    </dgm:pt>
    <dgm:pt modelId="{A06DC241-7275-4055-837F-93A49D33B042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63EAE210-86DE-4C92-B337-0EB47E2A2CD7}" type="parTrans" cxnId="{0404E0CD-4FD4-4630-9480-516AA3728BFE}">
      <dgm:prSet/>
      <dgm:spPr/>
      <dgm:t>
        <a:bodyPr/>
        <a:lstStyle/>
        <a:p>
          <a:endParaRPr lang="en-US"/>
        </a:p>
      </dgm:t>
    </dgm:pt>
    <dgm:pt modelId="{36B84885-760C-44D5-B9A8-53A02355FF06}" type="sibTrans" cxnId="{0404E0CD-4FD4-4630-9480-516AA3728BFE}">
      <dgm:prSet/>
      <dgm:spPr/>
      <dgm:t>
        <a:bodyPr/>
        <a:lstStyle/>
        <a:p>
          <a:endParaRPr lang="en-US"/>
        </a:p>
      </dgm:t>
    </dgm:pt>
    <dgm:pt modelId="{7F161574-7F87-4B15-888B-F9C9BAD7F82C}">
      <dgm:prSet/>
      <dgm:spPr/>
      <dgm:t>
        <a:bodyPr/>
        <a:lstStyle/>
        <a:p>
          <a:r>
            <a:rPr lang="en-IN"/>
            <a:t>Warehouse B</a:t>
          </a:r>
          <a:endParaRPr lang="en-US"/>
        </a:p>
      </dgm:t>
    </dgm:pt>
    <dgm:pt modelId="{8E7D8EE4-DBF1-4F48-98E3-54272C8DCEFE}" type="parTrans" cxnId="{018A4E0F-18F5-44DA-9F6F-451F9E5666BC}">
      <dgm:prSet/>
      <dgm:spPr/>
      <dgm:t>
        <a:bodyPr/>
        <a:lstStyle/>
        <a:p>
          <a:endParaRPr lang="en-US"/>
        </a:p>
      </dgm:t>
    </dgm:pt>
    <dgm:pt modelId="{85E83C07-1270-4C3B-8EE5-0DC7378EA5BE}" type="sibTrans" cxnId="{018A4E0F-18F5-44DA-9F6F-451F9E5666BC}">
      <dgm:prSet/>
      <dgm:spPr/>
      <dgm:t>
        <a:bodyPr/>
        <a:lstStyle/>
        <a:p>
          <a:endParaRPr lang="en-US"/>
        </a:p>
      </dgm:t>
    </dgm:pt>
    <dgm:pt modelId="{C200F6AC-FB82-4BE2-8397-1ED725123C40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27C76225-F677-4AF9-94D2-3F06B29033DC}" type="parTrans" cxnId="{55E52274-5B1C-428F-A526-141C8C9EBD98}">
      <dgm:prSet/>
      <dgm:spPr/>
      <dgm:t>
        <a:bodyPr/>
        <a:lstStyle/>
        <a:p>
          <a:endParaRPr lang="en-US"/>
        </a:p>
      </dgm:t>
    </dgm:pt>
    <dgm:pt modelId="{335E720F-3C5B-4A87-A8B5-381328A78946}" type="sibTrans" cxnId="{55E52274-5B1C-428F-A526-141C8C9EBD98}">
      <dgm:prSet/>
      <dgm:spPr/>
      <dgm:t>
        <a:bodyPr/>
        <a:lstStyle/>
        <a:p>
          <a:endParaRPr lang="en-US"/>
        </a:p>
      </dgm:t>
    </dgm:pt>
    <dgm:pt modelId="{9AE755B5-2D5A-4BA9-8DEA-E0EF0B9E06E0}">
      <dgm:prSet/>
      <dgm:spPr/>
      <dgm:t>
        <a:bodyPr/>
        <a:lstStyle/>
        <a:p>
          <a:r>
            <a:rPr lang="en-IN"/>
            <a:t>Route R002</a:t>
          </a:r>
          <a:endParaRPr lang="en-US"/>
        </a:p>
      </dgm:t>
    </dgm:pt>
    <dgm:pt modelId="{C58809F9-93E8-4483-A5B9-D577ED9500C8}" type="parTrans" cxnId="{1064D8B0-FF75-4FD9-83F5-3247452A37A1}">
      <dgm:prSet/>
      <dgm:spPr/>
      <dgm:t>
        <a:bodyPr/>
        <a:lstStyle/>
        <a:p>
          <a:endParaRPr lang="en-US"/>
        </a:p>
      </dgm:t>
    </dgm:pt>
    <dgm:pt modelId="{E8155341-23D4-4C33-A9D5-4957EFC0365A}" type="sibTrans" cxnId="{1064D8B0-FF75-4FD9-83F5-3247452A37A1}">
      <dgm:prSet/>
      <dgm:spPr/>
      <dgm:t>
        <a:bodyPr/>
        <a:lstStyle/>
        <a:p>
          <a:endParaRPr lang="en-US"/>
        </a:p>
      </dgm:t>
    </dgm:pt>
    <dgm:pt modelId="{8BA5C35E-B55E-469D-B71C-4A4C2C971026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E8BBF239-E8C7-4BBB-B71E-9682365EC7C7}" type="parTrans" cxnId="{66716FDA-38C2-44C6-A06F-820F6DDAFCA8}">
      <dgm:prSet/>
      <dgm:spPr/>
      <dgm:t>
        <a:bodyPr/>
        <a:lstStyle/>
        <a:p>
          <a:endParaRPr lang="en-US"/>
        </a:p>
      </dgm:t>
    </dgm:pt>
    <dgm:pt modelId="{8C0028EB-85A3-4147-AA0B-F0B3BBD028F4}" type="sibTrans" cxnId="{66716FDA-38C2-44C6-A06F-820F6DDAFCA8}">
      <dgm:prSet/>
      <dgm:spPr/>
      <dgm:t>
        <a:bodyPr/>
        <a:lstStyle/>
        <a:p>
          <a:endParaRPr lang="en-US"/>
        </a:p>
      </dgm:t>
    </dgm:pt>
    <dgm:pt modelId="{3B6472B2-E8DC-4B93-AB87-4B27A7EBB793}">
      <dgm:prSet/>
      <dgm:spPr/>
      <dgm:t>
        <a:bodyPr/>
        <a:lstStyle/>
        <a:p>
          <a:r>
            <a:rPr lang="en-IN"/>
            <a:t>Warehouse C</a:t>
          </a:r>
          <a:endParaRPr lang="en-US"/>
        </a:p>
      </dgm:t>
    </dgm:pt>
    <dgm:pt modelId="{B1F4E10B-B85C-4CB1-A8C2-A16A5B25FA10}" type="parTrans" cxnId="{922E8D22-50EB-4D07-8416-EEB8376D0EC0}">
      <dgm:prSet/>
      <dgm:spPr/>
      <dgm:t>
        <a:bodyPr/>
        <a:lstStyle/>
        <a:p>
          <a:endParaRPr lang="en-US"/>
        </a:p>
      </dgm:t>
    </dgm:pt>
    <dgm:pt modelId="{6DC22E94-15D2-425A-A74D-AA67C559372D}" type="sibTrans" cxnId="{922E8D22-50EB-4D07-8416-EEB8376D0EC0}">
      <dgm:prSet/>
      <dgm:spPr/>
      <dgm:t>
        <a:bodyPr/>
        <a:lstStyle/>
        <a:p>
          <a:endParaRPr lang="en-US"/>
        </a:p>
      </dgm:t>
    </dgm:pt>
    <dgm:pt modelId="{BEA8F8AF-A47F-4A7F-9016-35DD63F4FEAA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FD1375AE-B0D1-4477-80F7-C8B143BCCE9F}" type="parTrans" cxnId="{0C1D6B2F-0301-4B51-8059-D9D5D5D77A05}">
      <dgm:prSet/>
      <dgm:spPr/>
      <dgm:t>
        <a:bodyPr/>
        <a:lstStyle/>
        <a:p>
          <a:endParaRPr lang="en-US"/>
        </a:p>
      </dgm:t>
    </dgm:pt>
    <dgm:pt modelId="{1B7BDF52-A79C-4D61-B8EF-FE33EF229497}" type="sibTrans" cxnId="{0C1D6B2F-0301-4B51-8059-D9D5D5D77A05}">
      <dgm:prSet/>
      <dgm:spPr/>
      <dgm:t>
        <a:bodyPr/>
        <a:lstStyle/>
        <a:p>
          <a:endParaRPr lang="en-US"/>
        </a:p>
      </dgm:t>
    </dgm:pt>
    <dgm:pt modelId="{B0B44D68-7B26-4AF9-BF27-FF3A7D0CC39B}">
      <dgm:prSet/>
      <dgm:spPr/>
      <dgm:t>
        <a:bodyPr/>
        <a:lstStyle/>
        <a:p>
          <a:r>
            <a:rPr lang="en-IN"/>
            <a:t>Route R003</a:t>
          </a:r>
          <a:endParaRPr lang="en-US"/>
        </a:p>
      </dgm:t>
    </dgm:pt>
    <dgm:pt modelId="{61E62730-E927-46CC-8D90-97AB183B2FA5}" type="parTrans" cxnId="{A6D8A0B2-442A-4813-AEBA-9E16B00AE92A}">
      <dgm:prSet/>
      <dgm:spPr/>
      <dgm:t>
        <a:bodyPr/>
        <a:lstStyle/>
        <a:p>
          <a:endParaRPr lang="en-US"/>
        </a:p>
      </dgm:t>
    </dgm:pt>
    <dgm:pt modelId="{E61CA31B-BDD9-4008-8C88-8875D649B162}" type="sibTrans" cxnId="{A6D8A0B2-442A-4813-AEBA-9E16B00AE92A}">
      <dgm:prSet/>
      <dgm:spPr/>
      <dgm:t>
        <a:bodyPr/>
        <a:lstStyle/>
        <a:p>
          <a:endParaRPr lang="en-US"/>
        </a:p>
      </dgm:t>
    </dgm:pt>
    <dgm:pt modelId="{450C2D9F-4E03-46E7-B90A-E1949B349657}" type="pres">
      <dgm:prSet presAssocID="{E0F5002C-A3DB-45FC-9B78-2CADB73B0DF2}" presName="Name0" presStyleCnt="0">
        <dgm:presLayoutVars>
          <dgm:dir/>
          <dgm:resizeHandles val="exact"/>
        </dgm:presLayoutVars>
      </dgm:prSet>
      <dgm:spPr/>
    </dgm:pt>
    <dgm:pt modelId="{7861D3C5-D6E5-4BAD-BD46-99FF8AF24244}" type="pres">
      <dgm:prSet presAssocID="{E0F5002C-A3DB-45FC-9B78-2CADB73B0DF2}" presName="cycle" presStyleCnt="0"/>
      <dgm:spPr/>
    </dgm:pt>
    <dgm:pt modelId="{4663DDF6-1E1F-4CCF-96AB-A2B2F81E1993}" type="pres">
      <dgm:prSet presAssocID="{5C605A23-0959-42DF-927A-2BD3DD0A88B0}" presName="nodeFirstNode" presStyleLbl="node1" presStyleIdx="0" presStyleCnt="11">
        <dgm:presLayoutVars>
          <dgm:bulletEnabled val="1"/>
        </dgm:presLayoutVars>
      </dgm:prSet>
      <dgm:spPr/>
    </dgm:pt>
    <dgm:pt modelId="{E00221BE-B788-4072-9344-424095C9E63A}" type="pres">
      <dgm:prSet presAssocID="{E89FA463-8BC9-480D-A992-0043685129E2}" presName="sibTransFirstNode" presStyleLbl="bgShp" presStyleIdx="0" presStyleCnt="1"/>
      <dgm:spPr/>
    </dgm:pt>
    <dgm:pt modelId="{29A6341E-7D29-437C-986D-05FE8A34FF73}" type="pres">
      <dgm:prSet presAssocID="{89C4B17A-3001-4BE9-9BF7-71D1E5EC4654}" presName="nodeFollowingNodes" presStyleLbl="node1" presStyleIdx="1" presStyleCnt="11">
        <dgm:presLayoutVars>
          <dgm:bulletEnabled val="1"/>
        </dgm:presLayoutVars>
      </dgm:prSet>
      <dgm:spPr/>
    </dgm:pt>
    <dgm:pt modelId="{F03F1495-85BC-45A5-98E7-44583C21D2C4}" type="pres">
      <dgm:prSet presAssocID="{EBD3AB2C-6A26-4AD2-AA3C-0F15C7DE0540}" presName="nodeFollowingNodes" presStyleLbl="node1" presStyleIdx="2" presStyleCnt="11">
        <dgm:presLayoutVars>
          <dgm:bulletEnabled val="1"/>
        </dgm:presLayoutVars>
      </dgm:prSet>
      <dgm:spPr/>
    </dgm:pt>
    <dgm:pt modelId="{89F7ACBB-585C-4271-BC48-C729050231BA}" type="pres">
      <dgm:prSet presAssocID="{A06DC241-7275-4055-837F-93A49D33B042}" presName="nodeFollowingNodes" presStyleLbl="node1" presStyleIdx="3" presStyleCnt="11">
        <dgm:presLayoutVars>
          <dgm:bulletEnabled val="1"/>
        </dgm:presLayoutVars>
      </dgm:prSet>
      <dgm:spPr/>
    </dgm:pt>
    <dgm:pt modelId="{BA71EFC0-7B91-463B-9240-24E7C315813B}" type="pres">
      <dgm:prSet presAssocID="{7F161574-7F87-4B15-888B-F9C9BAD7F82C}" presName="nodeFollowingNodes" presStyleLbl="node1" presStyleIdx="4" presStyleCnt="11">
        <dgm:presLayoutVars>
          <dgm:bulletEnabled val="1"/>
        </dgm:presLayoutVars>
      </dgm:prSet>
      <dgm:spPr/>
    </dgm:pt>
    <dgm:pt modelId="{681966A4-53FB-433C-BBC0-6B823607C3C1}" type="pres">
      <dgm:prSet presAssocID="{C200F6AC-FB82-4BE2-8397-1ED725123C40}" presName="nodeFollowingNodes" presStyleLbl="node1" presStyleIdx="5" presStyleCnt="11">
        <dgm:presLayoutVars>
          <dgm:bulletEnabled val="1"/>
        </dgm:presLayoutVars>
      </dgm:prSet>
      <dgm:spPr/>
    </dgm:pt>
    <dgm:pt modelId="{076DEF54-E3EF-4363-8476-973DDD7EA01C}" type="pres">
      <dgm:prSet presAssocID="{9AE755B5-2D5A-4BA9-8DEA-E0EF0B9E06E0}" presName="nodeFollowingNodes" presStyleLbl="node1" presStyleIdx="6" presStyleCnt="11">
        <dgm:presLayoutVars>
          <dgm:bulletEnabled val="1"/>
        </dgm:presLayoutVars>
      </dgm:prSet>
      <dgm:spPr/>
    </dgm:pt>
    <dgm:pt modelId="{92989E18-FDA9-467E-B5E1-97A1AF602AF4}" type="pres">
      <dgm:prSet presAssocID="{8BA5C35E-B55E-469D-B71C-4A4C2C971026}" presName="nodeFollowingNodes" presStyleLbl="node1" presStyleIdx="7" presStyleCnt="11">
        <dgm:presLayoutVars>
          <dgm:bulletEnabled val="1"/>
        </dgm:presLayoutVars>
      </dgm:prSet>
      <dgm:spPr/>
    </dgm:pt>
    <dgm:pt modelId="{1AC117D7-E57D-4384-81C9-93E997AE5A12}" type="pres">
      <dgm:prSet presAssocID="{3B6472B2-E8DC-4B93-AB87-4B27A7EBB793}" presName="nodeFollowingNodes" presStyleLbl="node1" presStyleIdx="8" presStyleCnt="11">
        <dgm:presLayoutVars>
          <dgm:bulletEnabled val="1"/>
        </dgm:presLayoutVars>
      </dgm:prSet>
      <dgm:spPr/>
    </dgm:pt>
    <dgm:pt modelId="{B3C5533A-1C49-40D9-A687-A8ECB6710866}" type="pres">
      <dgm:prSet presAssocID="{BEA8F8AF-A47F-4A7F-9016-35DD63F4FEAA}" presName="nodeFollowingNodes" presStyleLbl="node1" presStyleIdx="9" presStyleCnt="11">
        <dgm:presLayoutVars>
          <dgm:bulletEnabled val="1"/>
        </dgm:presLayoutVars>
      </dgm:prSet>
      <dgm:spPr/>
    </dgm:pt>
    <dgm:pt modelId="{146D96A1-3B02-4F24-867B-81D7B2B2ECCE}" type="pres">
      <dgm:prSet presAssocID="{B0B44D68-7B26-4AF9-BF27-FF3A7D0CC39B}" presName="nodeFollowingNodes" presStyleLbl="node1" presStyleIdx="10" presStyleCnt="11">
        <dgm:presLayoutVars>
          <dgm:bulletEnabled val="1"/>
        </dgm:presLayoutVars>
      </dgm:prSet>
      <dgm:spPr/>
    </dgm:pt>
  </dgm:ptLst>
  <dgm:cxnLst>
    <dgm:cxn modelId="{788A7E08-5BFE-4702-8FEF-38610C74B4DC}" type="presOf" srcId="{5C605A23-0959-42DF-927A-2BD3DD0A88B0}" destId="{4663DDF6-1E1F-4CCF-96AB-A2B2F81E1993}" srcOrd="0" destOrd="0" presId="urn:microsoft.com/office/officeart/2005/8/layout/cycle3"/>
    <dgm:cxn modelId="{32A09808-94CD-46CE-8E7F-4D9D56385D0A}" srcId="{E0F5002C-A3DB-45FC-9B78-2CADB73B0DF2}" destId="{5C605A23-0959-42DF-927A-2BD3DD0A88B0}" srcOrd="0" destOrd="0" parTransId="{C8773418-6D61-4258-B84E-8180181B4B8C}" sibTransId="{E89FA463-8BC9-480D-A992-0043685129E2}"/>
    <dgm:cxn modelId="{018A4E0F-18F5-44DA-9F6F-451F9E5666BC}" srcId="{E0F5002C-A3DB-45FC-9B78-2CADB73B0DF2}" destId="{7F161574-7F87-4B15-888B-F9C9BAD7F82C}" srcOrd="4" destOrd="0" parTransId="{8E7D8EE4-DBF1-4F48-98E3-54272C8DCEFE}" sibTransId="{85E83C07-1270-4C3B-8EE5-0DC7378EA5BE}"/>
    <dgm:cxn modelId="{6820D417-B91C-4CCD-8DC2-42F90B689A91}" type="presOf" srcId="{C200F6AC-FB82-4BE2-8397-1ED725123C40}" destId="{681966A4-53FB-433C-BBC0-6B823607C3C1}" srcOrd="0" destOrd="0" presId="urn:microsoft.com/office/officeart/2005/8/layout/cycle3"/>
    <dgm:cxn modelId="{922E8D22-50EB-4D07-8416-EEB8376D0EC0}" srcId="{E0F5002C-A3DB-45FC-9B78-2CADB73B0DF2}" destId="{3B6472B2-E8DC-4B93-AB87-4B27A7EBB793}" srcOrd="8" destOrd="0" parTransId="{B1F4E10B-B85C-4CB1-A8C2-A16A5B25FA10}" sibTransId="{6DC22E94-15D2-425A-A74D-AA67C559372D}"/>
    <dgm:cxn modelId="{0C1D6B2F-0301-4B51-8059-D9D5D5D77A05}" srcId="{E0F5002C-A3DB-45FC-9B78-2CADB73B0DF2}" destId="{BEA8F8AF-A47F-4A7F-9016-35DD63F4FEAA}" srcOrd="9" destOrd="0" parTransId="{FD1375AE-B0D1-4477-80F7-C8B143BCCE9F}" sibTransId="{1B7BDF52-A79C-4D61-B8EF-FE33EF229497}"/>
    <dgm:cxn modelId="{8B082742-C35B-40E0-8DBF-284DCC56CD26}" type="presOf" srcId="{A06DC241-7275-4055-837F-93A49D33B042}" destId="{89F7ACBB-585C-4271-BC48-C729050231BA}" srcOrd="0" destOrd="0" presId="urn:microsoft.com/office/officeart/2005/8/layout/cycle3"/>
    <dgm:cxn modelId="{F7A3FF69-3435-4FAC-A245-6E0ABBE2D7DA}" type="presOf" srcId="{3B6472B2-E8DC-4B93-AB87-4B27A7EBB793}" destId="{1AC117D7-E57D-4384-81C9-93E997AE5A12}" srcOrd="0" destOrd="0" presId="urn:microsoft.com/office/officeart/2005/8/layout/cycle3"/>
    <dgm:cxn modelId="{93D3D44C-8896-428F-AC73-4CEBBA29761D}" type="presOf" srcId="{9AE755B5-2D5A-4BA9-8DEA-E0EF0B9E06E0}" destId="{076DEF54-E3EF-4363-8476-973DDD7EA01C}" srcOrd="0" destOrd="0" presId="urn:microsoft.com/office/officeart/2005/8/layout/cycle3"/>
    <dgm:cxn modelId="{77648773-82D7-44D0-BBC5-2357179C745B}" type="presOf" srcId="{E89FA463-8BC9-480D-A992-0043685129E2}" destId="{E00221BE-B788-4072-9344-424095C9E63A}" srcOrd="0" destOrd="0" presId="urn:microsoft.com/office/officeart/2005/8/layout/cycle3"/>
    <dgm:cxn modelId="{55E52274-5B1C-428F-A526-141C8C9EBD98}" srcId="{E0F5002C-A3DB-45FC-9B78-2CADB73B0DF2}" destId="{C200F6AC-FB82-4BE2-8397-1ED725123C40}" srcOrd="5" destOrd="0" parTransId="{27C76225-F677-4AF9-94D2-3F06B29033DC}" sibTransId="{335E720F-3C5B-4A87-A8B5-381328A78946}"/>
    <dgm:cxn modelId="{814A9257-C52C-4C26-8907-9E08E9C3C179}" type="presOf" srcId="{7F161574-7F87-4B15-888B-F9C9BAD7F82C}" destId="{BA71EFC0-7B91-463B-9240-24E7C315813B}" srcOrd="0" destOrd="0" presId="urn:microsoft.com/office/officeart/2005/8/layout/cycle3"/>
    <dgm:cxn modelId="{EA4DBB88-4112-4D4F-83BF-98D2543286FB}" srcId="{E0F5002C-A3DB-45FC-9B78-2CADB73B0DF2}" destId="{EBD3AB2C-6A26-4AD2-AA3C-0F15C7DE0540}" srcOrd="2" destOrd="0" parTransId="{5365F65C-0591-48C2-9F4F-6CA10AA25729}" sibTransId="{8FE0C95B-3F62-450E-9C80-CD3865ADAC94}"/>
    <dgm:cxn modelId="{B98AA7AE-104A-410C-9BBC-7463F2FB66D7}" type="presOf" srcId="{8BA5C35E-B55E-469D-B71C-4A4C2C971026}" destId="{92989E18-FDA9-467E-B5E1-97A1AF602AF4}" srcOrd="0" destOrd="0" presId="urn:microsoft.com/office/officeart/2005/8/layout/cycle3"/>
    <dgm:cxn modelId="{1064D8B0-FF75-4FD9-83F5-3247452A37A1}" srcId="{E0F5002C-A3DB-45FC-9B78-2CADB73B0DF2}" destId="{9AE755B5-2D5A-4BA9-8DEA-E0EF0B9E06E0}" srcOrd="6" destOrd="0" parTransId="{C58809F9-93E8-4483-A5B9-D577ED9500C8}" sibTransId="{E8155341-23D4-4C33-A9D5-4957EFC0365A}"/>
    <dgm:cxn modelId="{A6D8A0B2-442A-4813-AEBA-9E16B00AE92A}" srcId="{E0F5002C-A3DB-45FC-9B78-2CADB73B0DF2}" destId="{B0B44D68-7B26-4AF9-BF27-FF3A7D0CC39B}" srcOrd="10" destOrd="0" parTransId="{61E62730-E927-46CC-8D90-97AB183B2FA5}" sibTransId="{E61CA31B-BDD9-4008-8C88-8875D649B162}"/>
    <dgm:cxn modelId="{D0A6CABC-C1BA-4D88-8FF5-E881A4296F43}" type="presOf" srcId="{BEA8F8AF-A47F-4A7F-9016-35DD63F4FEAA}" destId="{B3C5533A-1C49-40D9-A687-A8ECB6710866}" srcOrd="0" destOrd="0" presId="urn:microsoft.com/office/officeart/2005/8/layout/cycle3"/>
    <dgm:cxn modelId="{14A614C8-4BA9-4AB5-B6CD-812B10C04887}" type="presOf" srcId="{EBD3AB2C-6A26-4AD2-AA3C-0F15C7DE0540}" destId="{F03F1495-85BC-45A5-98E7-44583C21D2C4}" srcOrd="0" destOrd="0" presId="urn:microsoft.com/office/officeart/2005/8/layout/cycle3"/>
    <dgm:cxn modelId="{0404E0CD-4FD4-4630-9480-516AA3728BFE}" srcId="{E0F5002C-A3DB-45FC-9B78-2CADB73B0DF2}" destId="{A06DC241-7275-4055-837F-93A49D33B042}" srcOrd="3" destOrd="0" parTransId="{63EAE210-86DE-4C92-B337-0EB47E2A2CD7}" sibTransId="{36B84885-760C-44D5-B9A8-53A02355FF06}"/>
    <dgm:cxn modelId="{E4176CD0-A882-432B-8806-0B59FB909585}" type="presOf" srcId="{B0B44D68-7B26-4AF9-BF27-FF3A7D0CC39B}" destId="{146D96A1-3B02-4F24-867B-81D7B2B2ECCE}" srcOrd="0" destOrd="0" presId="urn:microsoft.com/office/officeart/2005/8/layout/cycle3"/>
    <dgm:cxn modelId="{7244A3D4-1BA7-4869-B30B-A3C4D23D9151}" type="presOf" srcId="{89C4B17A-3001-4BE9-9BF7-71D1E5EC4654}" destId="{29A6341E-7D29-437C-986D-05FE8A34FF73}" srcOrd="0" destOrd="0" presId="urn:microsoft.com/office/officeart/2005/8/layout/cycle3"/>
    <dgm:cxn modelId="{389143D8-704B-4216-82C4-84DCB1E23A82}" srcId="{E0F5002C-A3DB-45FC-9B78-2CADB73B0DF2}" destId="{89C4B17A-3001-4BE9-9BF7-71D1E5EC4654}" srcOrd="1" destOrd="0" parTransId="{5D1B2F30-94E9-48D3-9018-2271772F0E91}" sibTransId="{3588C6BA-BA59-4309-B938-B525BEC88D80}"/>
    <dgm:cxn modelId="{66716FDA-38C2-44C6-A06F-820F6DDAFCA8}" srcId="{E0F5002C-A3DB-45FC-9B78-2CADB73B0DF2}" destId="{8BA5C35E-B55E-469D-B71C-4A4C2C971026}" srcOrd="7" destOrd="0" parTransId="{E8BBF239-E8C7-4BBB-B71E-9682365EC7C7}" sibTransId="{8C0028EB-85A3-4147-AA0B-F0B3BBD028F4}"/>
    <dgm:cxn modelId="{EC5742DB-AC95-4876-95AD-F4B42F32998E}" type="presOf" srcId="{E0F5002C-A3DB-45FC-9B78-2CADB73B0DF2}" destId="{450C2D9F-4E03-46E7-B90A-E1949B349657}" srcOrd="0" destOrd="0" presId="urn:microsoft.com/office/officeart/2005/8/layout/cycle3"/>
    <dgm:cxn modelId="{75A8CC4B-0A1F-4BD7-AA0D-ADCF46B66D85}" type="presParOf" srcId="{450C2D9F-4E03-46E7-B90A-E1949B349657}" destId="{7861D3C5-D6E5-4BAD-BD46-99FF8AF24244}" srcOrd="0" destOrd="0" presId="urn:microsoft.com/office/officeart/2005/8/layout/cycle3"/>
    <dgm:cxn modelId="{1E4A1E68-63B1-44FD-99B0-25FE812D9414}" type="presParOf" srcId="{7861D3C5-D6E5-4BAD-BD46-99FF8AF24244}" destId="{4663DDF6-1E1F-4CCF-96AB-A2B2F81E1993}" srcOrd="0" destOrd="0" presId="urn:microsoft.com/office/officeart/2005/8/layout/cycle3"/>
    <dgm:cxn modelId="{35E72F48-A1B4-4EDA-9DB1-5FD2655FF127}" type="presParOf" srcId="{7861D3C5-D6E5-4BAD-BD46-99FF8AF24244}" destId="{E00221BE-B788-4072-9344-424095C9E63A}" srcOrd="1" destOrd="0" presId="urn:microsoft.com/office/officeart/2005/8/layout/cycle3"/>
    <dgm:cxn modelId="{55AA57B2-76A4-48D5-9F9F-E65C64CC8158}" type="presParOf" srcId="{7861D3C5-D6E5-4BAD-BD46-99FF8AF24244}" destId="{29A6341E-7D29-437C-986D-05FE8A34FF73}" srcOrd="2" destOrd="0" presId="urn:microsoft.com/office/officeart/2005/8/layout/cycle3"/>
    <dgm:cxn modelId="{78C54792-3888-4E64-B3EC-338B637CA686}" type="presParOf" srcId="{7861D3C5-D6E5-4BAD-BD46-99FF8AF24244}" destId="{F03F1495-85BC-45A5-98E7-44583C21D2C4}" srcOrd="3" destOrd="0" presId="urn:microsoft.com/office/officeart/2005/8/layout/cycle3"/>
    <dgm:cxn modelId="{08D1F471-A8CC-400F-9C4E-3E457310C253}" type="presParOf" srcId="{7861D3C5-D6E5-4BAD-BD46-99FF8AF24244}" destId="{89F7ACBB-585C-4271-BC48-C729050231BA}" srcOrd="4" destOrd="0" presId="urn:microsoft.com/office/officeart/2005/8/layout/cycle3"/>
    <dgm:cxn modelId="{349B1A8B-54B8-49FD-9CAC-30382ABA3B3C}" type="presParOf" srcId="{7861D3C5-D6E5-4BAD-BD46-99FF8AF24244}" destId="{BA71EFC0-7B91-463B-9240-24E7C315813B}" srcOrd="5" destOrd="0" presId="urn:microsoft.com/office/officeart/2005/8/layout/cycle3"/>
    <dgm:cxn modelId="{5DD491FD-051E-43DC-91ED-5DD0E69AB932}" type="presParOf" srcId="{7861D3C5-D6E5-4BAD-BD46-99FF8AF24244}" destId="{681966A4-53FB-433C-BBC0-6B823607C3C1}" srcOrd="6" destOrd="0" presId="urn:microsoft.com/office/officeart/2005/8/layout/cycle3"/>
    <dgm:cxn modelId="{832F4057-4D10-457C-84F7-E764A00C3455}" type="presParOf" srcId="{7861D3C5-D6E5-4BAD-BD46-99FF8AF24244}" destId="{076DEF54-E3EF-4363-8476-973DDD7EA01C}" srcOrd="7" destOrd="0" presId="urn:microsoft.com/office/officeart/2005/8/layout/cycle3"/>
    <dgm:cxn modelId="{63CF8715-6687-4F0F-B1ED-4E4FF7CC04C9}" type="presParOf" srcId="{7861D3C5-D6E5-4BAD-BD46-99FF8AF24244}" destId="{92989E18-FDA9-467E-B5E1-97A1AF602AF4}" srcOrd="8" destOrd="0" presId="urn:microsoft.com/office/officeart/2005/8/layout/cycle3"/>
    <dgm:cxn modelId="{5FFA97F8-C1D0-46B6-BD6D-72230DA203AD}" type="presParOf" srcId="{7861D3C5-D6E5-4BAD-BD46-99FF8AF24244}" destId="{1AC117D7-E57D-4384-81C9-93E997AE5A12}" srcOrd="9" destOrd="0" presId="urn:microsoft.com/office/officeart/2005/8/layout/cycle3"/>
    <dgm:cxn modelId="{BB6751E1-AF5A-4CDD-A5B7-F6A0B71F81F0}" type="presParOf" srcId="{7861D3C5-D6E5-4BAD-BD46-99FF8AF24244}" destId="{B3C5533A-1C49-40D9-A687-A8ECB6710866}" srcOrd="10" destOrd="0" presId="urn:microsoft.com/office/officeart/2005/8/layout/cycle3"/>
    <dgm:cxn modelId="{B6D8A629-A311-4426-8868-C390D6B94F8E}" type="presParOf" srcId="{7861D3C5-D6E5-4BAD-BD46-99FF8AF24244}" destId="{146D96A1-3B02-4F24-867B-81D7B2B2ECCE}" srcOrd="11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DCF121-8B8E-4960-80F6-D4EF052427E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8E5526-10B1-46EC-9C34-60A9D3BB708D}">
      <dgm:prSet/>
      <dgm:spPr/>
      <dgm:t>
        <a:bodyPr/>
        <a:lstStyle/>
        <a:p>
          <a:r>
            <a:rPr lang="en-US"/>
            <a:t>Find top warehouses by average delay.</a:t>
          </a:r>
        </a:p>
      </dgm:t>
    </dgm:pt>
    <dgm:pt modelId="{22853495-1E43-47ED-A508-9732C68E576F}" type="parTrans" cxnId="{DDD71E7D-E4A5-4E5D-94F8-463CD38FDEAE}">
      <dgm:prSet/>
      <dgm:spPr/>
      <dgm:t>
        <a:bodyPr/>
        <a:lstStyle/>
        <a:p>
          <a:endParaRPr lang="en-US"/>
        </a:p>
      </dgm:t>
    </dgm:pt>
    <dgm:pt modelId="{D96E970C-14E2-4E9D-91DD-7E926382F4F5}" type="sibTrans" cxnId="{DDD71E7D-E4A5-4E5D-94F8-463CD38FDEAE}">
      <dgm:prSet/>
      <dgm:spPr/>
      <dgm:t>
        <a:bodyPr/>
        <a:lstStyle/>
        <a:p>
          <a:endParaRPr lang="en-US"/>
        </a:p>
      </dgm:t>
    </dgm:pt>
    <dgm:pt modelId="{7A573D58-DC85-4ECE-AF98-CB2530C8731A}">
      <dgm:prSet/>
      <dgm:spPr/>
      <dgm:t>
        <a:bodyPr/>
        <a:lstStyle/>
        <a:p>
          <a:r>
            <a:rPr lang="en-US"/>
            <a:t>Compare total versus delayed shipments.</a:t>
          </a:r>
        </a:p>
      </dgm:t>
    </dgm:pt>
    <dgm:pt modelId="{812A4736-B600-4789-B549-65DBC9120726}" type="parTrans" cxnId="{C166C173-0763-45EB-B4F4-2B08076632BF}">
      <dgm:prSet/>
      <dgm:spPr/>
      <dgm:t>
        <a:bodyPr/>
        <a:lstStyle/>
        <a:p>
          <a:endParaRPr lang="en-US"/>
        </a:p>
      </dgm:t>
    </dgm:pt>
    <dgm:pt modelId="{B568668B-E8BC-4301-884D-8D9EDD84B9B4}" type="sibTrans" cxnId="{C166C173-0763-45EB-B4F4-2B08076632BF}">
      <dgm:prSet/>
      <dgm:spPr/>
      <dgm:t>
        <a:bodyPr/>
        <a:lstStyle/>
        <a:p>
          <a:endParaRPr lang="en-US"/>
        </a:p>
      </dgm:t>
    </dgm:pt>
    <dgm:pt modelId="{4A0362AD-A10B-4949-B25B-1A096ADDFC91}">
      <dgm:prSet/>
      <dgm:spPr/>
      <dgm:t>
        <a:bodyPr/>
        <a:lstStyle/>
        <a:p>
          <a:r>
            <a:rPr lang="en-US"/>
            <a:t>Compare warehouse delay with global average.</a:t>
          </a:r>
        </a:p>
      </dgm:t>
    </dgm:pt>
    <dgm:pt modelId="{83EA5D92-2009-4AB2-B00C-338E21C43119}" type="parTrans" cxnId="{26948941-F456-4FB3-B859-F2F0473B42FD}">
      <dgm:prSet/>
      <dgm:spPr/>
      <dgm:t>
        <a:bodyPr/>
        <a:lstStyle/>
        <a:p>
          <a:endParaRPr lang="en-US"/>
        </a:p>
      </dgm:t>
    </dgm:pt>
    <dgm:pt modelId="{8059F218-9155-4453-9DBC-777101D85227}" type="sibTrans" cxnId="{26948941-F456-4FB3-B859-F2F0473B42FD}">
      <dgm:prSet/>
      <dgm:spPr/>
      <dgm:t>
        <a:bodyPr/>
        <a:lstStyle/>
        <a:p>
          <a:endParaRPr lang="en-US"/>
        </a:p>
      </dgm:t>
    </dgm:pt>
    <dgm:pt modelId="{0DE62CB7-54E5-491F-B6AC-1F563ED26A00}">
      <dgm:prSet/>
      <dgm:spPr/>
      <dgm:t>
        <a:bodyPr/>
        <a:lstStyle/>
        <a:p>
          <a:r>
            <a:rPr lang="en-US"/>
            <a:t>Rank warehouses by on-time delivery.</a:t>
          </a:r>
        </a:p>
      </dgm:t>
    </dgm:pt>
    <dgm:pt modelId="{F84D7F6C-2010-4F19-8DCA-6A8ACCE6BF45}" type="parTrans" cxnId="{7C411FFA-9371-408A-9F7D-3171041EBD77}">
      <dgm:prSet/>
      <dgm:spPr/>
      <dgm:t>
        <a:bodyPr/>
        <a:lstStyle/>
        <a:p>
          <a:endParaRPr lang="en-US"/>
        </a:p>
      </dgm:t>
    </dgm:pt>
    <dgm:pt modelId="{0A9DC550-109F-44C5-8294-43F971ECC65B}" type="sibTrans" cxnId="{7C411FFA-9371-408A-9F7D-3171041EBD77}">
      <dgm:prSet/>
      <dgm:spPr/>
      <dgm:t>
        <a:bodyPr/>
        <a:lstStyle/>
        <a:p>
          <a:endParaRPr lang="en-US"/>
        </a:p>
      </dgm:t>
    </dgm:pt>
    <dgm:pt modelId="{8D4A5A96-AC85-4F62-B2AB-131BA1E3AD14}" type="pres">
      <dgm:prSet presAssocID="{AFDCF121-8B8E-4960-80F6-D4EF052427E1}" presName="outerComposite" presStyleCnt="0">
        <dgm:presLayoutVars>
          <dgm:chMax val="5"/>
          <dgm:dir/>
          <dgm:resizeHandles val="exact"/>
        </dgm:presLayoutVars>
      </dgm:prSet>
      <dgm:spPr/>
    </dgm:pt>
    <dgm:pt modelId="{4013C4DF-E7A9-40DE-A9FC-E655E4E573F0}" type="pres">
      <dgm:prSet presAssocID="{AFDCF121-8B8E-4960-80F6-D4EF052427E1}" presName="dummyMaxCanvas" presStyleCnt="0">
        <dgm:presLayoutVars/>
      </dgm:prSet>
      <dgm:spPr/>
    </dgm:pt>
    <dgm:pt modelId="{FFDDA32E-2A51-49F8-9EE5-29B3A9EE4C13}" type="pres">
      <dgm:prSet presAssocID="{AFDCF121-8B8E-4960-80F6-D4EF052427E1}" presName="FourNodes_1" presStyleLbl="node1" presStyleIdx="0" presStyleCnt="4">
        <dgm:presLayoutVars>
          <dgm:bulletEnabled val="1"/>
        </dgm:presLayoutVars>
      </dgm:prSet>
      <dgm:spPr/>
    </dgm:pt>
    <dgm:pt modelId="{D89EAA4D-4BB5-43D7-9943-55A2E9E0F59D}" type="pres">
      <dgm:prSet presAssocID="{AFDCF121-8B8E-4960-80F6-D4EF052427E1}" presName="FourNodes_2" presStyleLbl="node1" presStyleIdx="1" presStyleCnt="4">
        <dgm:presLayoutVars>
          <dgm:bulletEnabled val="1"/>
        </dgm:presLayoutVars>
      </dgm:prSet>
      <dgm:spPr/>
    </dgm:pt>
    <dgm:pt modelId="{444E268D-0305-42E5-9A35-F7A5346501D6}" type="pres">
      <dgm:prSet presAssocID="{AFDCF121-8B8E-4960-80F6-D4EF052427E1}" presName="FourNodes_3" presStyleLbl="node1" presStyleIdx="2" presStyleCnt="4">
        <dgm:presLayoutVars>
          <dgm:bulletEnabled val="1"/>
        </dgm:presLayoutVars>
      </dgm:prSet>
      <dgm:spPr/>
    </dgm:pt>
    <dgm:pt modelId="{99485A15-D38F-4D85-9FF9-A86F23C77462}" type="pres">
      <dgm:prSet presAssocID="{AFDCF121-8B8E-4960-80F6-D4EF052427E1}" presName="FourNodes_4" presStyleLbl="node1" presStyleIdx="3" presStyleCnt="4">
        <dgm:presLayoutVars>
          <dgm:bulletEnabled val="1"/>
        </dgm:presLayoutVars>
      </dgm:prSet>
      <dgm:spPr/>
    </dgm:pt>
    <dgm:pt modelId="{F40DEE51-0A01-4AE5-9E2C-19B6B57EF25E}" type="pres">
      <dgm:prSet presAssocID="{AFDCF121-8B8E-4960-80F6-D4EF052427E1}" presName="FourConn_1-2" presStyleLbl="fgAccFollowNode1" presStyleIdx="0" presStyleCnt="3">
        <dgm:presLayoutVars>
          <dgm:bulletEnabled val="1"/>
        </dgm:presLayoutVars>
      </dgm:prSet>
      <dgm:spPr/>
    </dgm:pt>
    <dgm:pt modelId="{300E1AC0-0988-49BF-8755-741C02D36BC6}" type="pres">
      <dgm:prSet presAssocID="{AFDCF121-8B8E-4960-80F6-D4EF052427E1}" presName="FourConn_2-3" presStyleLbl="fgAccFollowNode1" presStyleIdx="1" presStyleCnt="3">
        <dgm:presLayoutVars>
          <dgm:bulletEnabled val="1"/>
        </dgm:presLayoutVars>
      </dgm:prSet>
      <dgm:spPr/>
    </dgm:pt>
    <dgm:pt modelId="{061C77AB-567E-4247-8114-877E317F4F90}" type="pres">
      <dgm:prSet presAssocID="{AFDCF121-8B8E-4960-80F6-D4EF052427E1}" presName="FourConn_3-4" presStyleLbl="fgAccFollowNode1" presStyleIdx="2" presStyleCnt="3">
        <dgm:presLayoutVars>
          <dgm:bulletEnabled val="1"/>
        </dgm:presLayoutVars>
      </dgm:prSet>
      <dgm:spPr/>
    </dgm:pt>
    <dgm:pt modelId="{B06E3280-7CEC-4644-AA8F-5112464A0F4F}" type="pres">
      <dgm:prSet presAssocID="{AFDCF121-8B8E-4960-80F6-D4EF052427E1}" presName="FourNodes_1_text" presStyleLbl="node1" presStyleIdx="3" presStyleCnt="4">
        <dgm:presLayoutVars>
          <dgm:bulletEnabled val="1"/>
        </dgm:presLayoutVars>
      </dgm:prSet>
      <dgm:spPr/>
    </dgm:pt>
    <dgm:pt modelId="{CE3DF627-810A-4E3A-B0D3-1D6E4F9B6A2C}" type="pres">
      <dgm:prSet presAssocID="{AFDCF121-8B8E-4960-80F6-D4EF052427E1}" presName="FourNodes_2_text" presStyleLbl="node1" presStyleIdx="3" presStyleCnt="4">
        <dgm:presLayoutVars>
          <dgm:bulletEnabled val="1"/>
        </dgm:presLayoutVars>
      </dgm:prSet>
      <dgm:spPr/>
    </dgm:pt>
    <dgm:pt modelId="{239E2890-A08D-4B2F-B7F2-5527BF7DA780}" type="pres">
      <dgm:prSet presAssocID="{AFDCF121-8B8E-4960-80F6-D4EF052427E1}" presName="FourNodes_3_text" presStyleLbl="node1" presStyleIdx="3" presStyleCnt="4">
        <dgm:presLayoutVars>
          <dgm:bulletEnabled val="1"/>
        </dgm:presLayoutVars>
      </dgm:prSet>
      <dgm:spPr/>
    </dgm:pt>
    <dgm:pt modelId="{0DAF332E-D500-491E-922F-BE9CB8E78BDA}" type="pres">
      <dgm:prSet presAssocID="{AFDCF121-8B8E-4960-80F6-D4EF052427E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E8A950B-E6DD-4926-BD89-4F6564601EC2}" type="presOf" srcId="{4A0362AD-A10B-4949-B25B-1A096ADDFC91}" destId="{239E2890-A08D-4B2F-B7F2-5527BF7DA780}" srcOrd="1" destOrd="0" presId="urn:microsoft.com/office/officeart/2005/8/layout/vProcess5"/>
    <dgm:cxn modelId="{3E3DBE14-4ECA-4A80-8AE0-8BF331E75945}" type="presOf" srcId="{4A0362AD-A10B-4949-B25B-1A096ADDFC91}" destId="{444E268D-0305-42E5-9A35-F7A5346501D6}" srcOrd="0" destOrd="0" presId="urn:microsoft.com/office/officeart/2005/8/layout/vProcess5"/>
    <dgm:cxn modelId="{26948941-F456-4FB3-B859-F2F0473B42FD}" srcId="{AFDCF121-8B8E-4960-80F6-D4EF052427E1}" destId="{4A0362AD-A10B-4949-B25B-1A096ADDFC91}" srcOrd="2" destOrd="0" parTransId="{83EA5D92-2009-4AB2-B00C-338E21C43119}" sibTransId="{8059F218-9155-4453-9DBC-777101D85227}"/>
    <dgm:cxn modelId="{6957FB42-1A84-4062-A8FE-6BF54855EB44}" type="presOf" srcId="{7A573D58-DC85-4ECE-AF98-CB2530C8731A}" destId="{D89EAA4D-4BB5-43D7-9943-55A2E9E0F59D}" srcOrd="0" destOrd="0" presId="urn:microsoft.com/office/officeart/2005/8/layout/vProcess5"/>
    <dgm:cxn modelId="{C42E1D6C-429B-4A51-A03D-161779D9CD67}" type="presOf" srcId="{D96E970C-14E2-4E9D-91DD-7E926382F4F5}" destId="{F40DEE51-0A01-4AE5-9E2C-19B6B57EF25E}" srcOrd="0" destOrd="0" presId="urn:microsoft.com/office/officeart/2005/8/layout/vProcess5"/>
    <dgm:cxn modelId="{C166C173-0763-45EB-B4F4-2B08076632BF}" srcId="{AFDCF121-8B8E-4960-80F6-D4EF052427E1}" destId="{7A573D58-DC85-4ECE-AF98-CB2530C8731A}" srcOrd="1" destOrd="0" parTransId="{812A4736-B600-4789-B549-65DBC9120726}" sibTransId="{B568668B-E8BC-4301-884D-8D9EDD84B9B4}"/>
    <dgm:cxn modelId="{DDD71E7D-E4A5-4E5D-94F8-463CD38FDEAE}" srcId="{AFDCF121-8B8E-4960-80F6-D4EF052427E1}" destId="{278E5526-10B1-46EC-9C34-60A9D3BB708D}" srcOrd="0" destOrd="0" parTransId="{22853495-1E43-47ED-A508-9732C68E576F}" sibTransId="{D96E970C-14E2-4E9D-91DD-7E926382F4F5}"/>
    <dgm:cxn modelId="{08705C7E-C40B-4E63-924A-FA45D214131F}" type="presOf" srcId="{B568668B-E8BC-4301-884D-8D9EDD84B9B4}" destId="{300E1AC0-0988-49BF-8755-741C02D36BC6}" srcOrd="0" destOrd="0" presId="urn:microsoft.com/office/officeart/2005/8/layout/vProcess5"/>
    <dgm:cxn modelId="{A04AA383-BAE5-4874-A50A-CC30CAB6C570}" type="presOf" srcId="{278E5526-10B1-46EC-9C34-60A9D3BB708D}" destId="{B06E3280-7CEC-4644-AA8F-5112464A0F4F}" srcOrd="1" destOrd="0" presId="urn:microsoft.com/office/officeart/2005/8/layout/vProcess5"/>
    <dgm:cxn modelId="{67872D8D-C3B7-4CF2-B194-021D20E85638}" type="presOf" srcId="{278E5526-10B1-46EC-9C34-60A9D3BB708D}" destId="{FFDDA32E-2A51-49F8-9EE5-29B3A9EE4C13}" srcOrd="0" destOrd="0" presId="urn:microsoft.com/office/officeart/2005/8/layout/vProcess5"/>
    <dgm:cxn modelId="{58AA7D8E-2D8A-4C2C-BB84-140AEBA8E936}" type="presOf" srcId="{AFDCF121-8B8E-4960-80F6-D4EF052427E1}" destId="{8D4A5A96-AC85-4F62-B2AB-131BA1E3AD14}" srcOrd="0" destOrd="0" presId="urn:microsoft.com/office/officeart/2005/8/layout/vProcess5"/>
    <dgm:cxn modelId="{C12EC9BD-9F25-4881-A1F5-22342E58FE16}" type="presOf" srcId="{8059F218-9155-4453-9DBC-777101D85227}" destId="{061C77AB-567E-4247-8114-877E317F4F90}" srcOrd="0" destOrd="0" presId="urn:microsoft.com/office/officeart/2005/8/layout/vProcess5"/>
    <dgm:cxn modelId="{C0AB04E2-98FF-4B47-B9A3-0F3E70D5983A}" type="presOf" srcId="{0DE62CB7-54E5-491F-B6AC-1F563ED26A00}" destId="{99485A15-D38F-4D85-9FF9-A86F23C77462}" srcOrd="0" destOrd="0" presId="urn:microsoft.com/office/officeart/2005/8/layout/vProcess5"/>
    <dgm:cxn modelId="{EBE96EE9-B443-487E-9BD9-408A40F5A162}" type="presOf" srcId="{7A573D58-DC85-4ECE-AF98-CB2530C8731A}" destId="{CE3DF627-810A-4E3A-B0D3-1D6E4F9B6A2C}" srcOrd="1" destOrd="0" presId="urn:microsoft.com/office/officeart/2005/8/layout/vProcess5"/>
    <dgm:cxn modelId="{A6465EEA-95CB-44A6-996E-8BB2B070EE93}" type="presOf" srcId="{0DE62CB7-54E5-491F-B6AC-1F563ED26A00}" destId="{0DAF332E-D500-491E-922F-BE9CB8E78BDA}" srcOrd="1" destOrd="0" presId="urn:microsoft.com/office/officeart/2005/8/layout/vProcess5"/>
    <dgm:cxn modelId="{7C411FFA-9371-408A-9F7D-3171041EBD77}" srcId="{AFDCF121-8B8E-4960-80F6-D4EF052427E1}" destId="{0DE62CB7-54E5-491F-B6AC-1F563ED26A00}" srcOrd="3" destOrd="0" parTransId="{F84D7F6C-2010-4F19-8DCA-6A8ACCE6BF45}" sibTransId="{0A9DC550-109F-44C5-8294-43F971ECC65B}"/>
    <dgm:cxn modelId="{F47F6DC5-85D5-4BE5-98E8-56A68507EE40}" type="presParOf" srcId="{8D4A5A96-AC85-4F62-B2AB-131BA1E3AD14}" destId="{4013C4DF-E7A9-40DE-A9FC-E655E4E573F0}" srcOrd="0" destOrd="0" presId="urn:microsoft.com/office/officeart/2005/8/layout/vProcess5"/>
    <dgm:cxn modelId="{844D601F-4E90-4FDA-8E7E-8E76BEE43EFF}" type="presParOf" srcId="{8D4A5A96-AC85-4F62-B2AB-131BA1E3AD14}" destId="{FFDDA32E-2A51-49F8-9EE5-29B3A9EE4C13}" srcOrd="1" destOrd="0" presId="urn:microsoft.com/office/officeart/2005/8/layout/vProcess5"/>
    <dgm:cxn modelId="{365B133E-C164-4707-A84B-400BE4DDC485}" type="presParOf" srcId="{8D4A5A96-AC85-4F62-B2AB-131BA1E3AD14}" destId="{D89EAA4D-4BB5-43D7-9943-55A2E9E0F59D}" srcOrd="2" destOrd="0" presId="urn:microsoft.com/office/officeart/2005/8/layout/vProcess5"/>
    <dgm:cxn modelId="{F4F488BB-F9DF-4E96-BDA6-5E60D58B6F7C}" type="presParOf" srcId="{8D4A5A96-AC85-4F62-B2AB-131BA1E3AD14}" destId="{444E268D-0305-42E5-9A35-F7A5346501D6}" srcOrd="3" destOrd="0" presId="urn:microsoft.com/office/officeart/2005/8/layout/vProcess5"/>
    <dgm:cxn modelId="{1F1DB31F-FFA4-4204-B3FB-AAD121A2FFDD}" type="presParOf" srcId="{8D4A5A96-AC85-4F62-B2AB-131BA1E3AD14}" destId="{99485A15-D38F-4D85-9FF9-A86F23C77462}" srcOrd="4" destOrd="0" presId="urn:microsoft.com/office/officeart/2005/8/layout/vProcess5"/>
    <dgm:cxn modelId="{89BF6095-F156-4641-912F-9264C0BFFAF1}" type="presParOf" srcId="{8D4A5A96-AC85-4F62-B2AB-131BA1E3AD14}" destId="{F40DEE51-0A01-4AE5-9E2C-19B6B57EF25E}" srcOrd="5" destOrd="0" presId="urn:microsoft.com/office/officeart/2005/8/layout/vProcess5"/>
    <dgm:cxn modelId="{58278C4F-E945-4793-82A8-6AC88BCE5A90}" type="presParOf" srcId="{8D4A5A96-AC85-4F62-B2AB-131BA1E3AD14}" destId="{300E1AC0-0988-49BF-8755-741C02D36BC6}" srcOrd="6" destOrd="0" presId="urn:microsoft.com/office/officeart/2005/8/layout/vProcess5"/>
    <dgm:cxn modelId="{E726623F-0135-4717-9969-43EBE999A86F}" type="presParOf" srcId="{8D4A5A96-AC85-4F62-B2AB-131BA1E3AD14}" destId="{061C77AB-567E-4247-8114-877E317F4F90}" srcOrd="7" destOrd="0" presId="urn:microsoft.com/office/officeart/2005/8/layout/vProcess5"/>
    <dgm:cxn modelId="{7259BE45-63A7-45C2-B196-2EDEB341414B}" type="presParOf" srcId="{8D4A5A96-AC85-4F62-B2AB-131BA1E3AD14}" destId="{B06E3280-7CEC-4644-AA8F-5112464A0F4F}" srcOrd="8" destOrd="0" presId="urn:microsoft.com/office/officeart/2005/8/layout/vProcess5"/>
    <dgm:cxn modelId="{DDF9D9BA-DB17-41BD-BF6E-CEE645014DA9}" type="presParOf" srcId="{8D4A5A96-AC85-4F62-B2AB-131BA1E3AD14}" destId="{CE3DF627-810A-4E3A-B0D3-1D6E4F9B6A2C}" srcOrd="9" destOrd="0" presId="urn:microsoft.com/office/officeart/2005/8/layout/vProcess5"/>
    <dgm:cxn modelId="{1AA33AD0-F9B0-4260-9765-D978B86A3904}" type="presParOf" srcId="{8D4A5A96-AC85-4F62-B2AB-131BA1E3AD14}" destId="{239E2890-A08D-4B2F-B7F2-5527BF7DA780}" srcOrd="10" destOrd="0" presId="urn:microsoft.com/office/officeart/2005/8/layout/vProcess5"/>
    <dgm:cxn modelId="{B82D9ADE-F928-48E3-96C4-E9DF928352A5}" type="presParOf" srcId="{8D4A5A96-AC85-4F62-B2AB-131BA1E3AD14}" destId="{0DAF332E-D500-491E-922F-BE9CB8E78BD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3CF75DD-9C5D-461F-99A8-469984903CBC}" type="doc">
      <dgm:prSet loTypeId="urn:microsoft.com/office/officeart/2016/7/layout/ChevronBlockProcess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E02E41C-6B90-4C8F-B628-AA35F056C214}">
      <dgm:prSet/>
      <dgm:spPr/>
      <dgm:t>
        <a:bodyPr/>
        <a:lstStyle/>
        <a:p>
          <a:r>
            <a:rPr lang="en-US"/>
            <a:t>Rank</a:t>
          </a:r>
        </a:p>
      </dgm:t>
    </dgm:pt>
    <dgm:pt modelId="{8BFA8033-3766-48C3-8DA3-980132D652D0}" type="parTrans" cxnId="{64054BB9-AB5E-4BE3-A294-500C619362BF}">
      <dgm:prSet/>
      <dgm:spPr/>
      <dgm:t>
        <a:bodyPr/>
        <a:lstStyle/>
        <a:p>
          <a:endParaRPr lang="en-US"/>
        </a:p>
      </dgm:t>
    </dgm:pt>
    <dgm:pt modelId="{0764D5FF-F1AA-4B41-A845-05BA86767827}" type="sibTrans" cxnId="{64054BB9-AB5E-4BE3-A294-500C619362BF}">
      <dgm:prSet/>
      <dgm:spPr/>
      <dgm:t>
        <a:bodyPr/>
        <a:lstStyle/>
        <a:p>
          <a:endParaRPr lang="en-US"/>
        </a:p>
      </dgm:t>
    </dgm:pt>
    <dgm:pt modelId="{C58A1BBE-25BE-4633-A1CB-AE2126D1C221}">
      <dgm:prSet/>
      <dgm:spPr/>
      <dgm:t>
        <a:bodyPr/>
        <a:lstStyle/>
        <a:p>
          <a:r>
            <a:rPr lang="en-US"/>
            <a:t>Rank agents by on-time delivery within routes.</a:t>
          </a:r>
        </a:p>
      </dgm:t>
    </dgm:pt>
    <dgm:pt modelId="{8E945835-3A59-4063-B115-B777668EF3CB}" type="parTrans" cxnId="{CA9188BF-C578-4779-9692-1792CBB2B14D}">
      <dgm:prSet/>
      <dgm:spPr/>
      <dgm:t>
        <a:bodyPr/>
        <a:lstStyle/>
        <a:p>
          <a:endParaRPr lang="en-US"/>
        </a:p>
      </dgm:t>
    </dgm:pt>
    <dgm:pt modelId="{7A0B22AE-6CB3-40BD-8D0B-84991657F467}" type="sibTrans" cxnId="{CA9188BF-C578-4779-9692-1792CBB2B14D}">
      <dgm:prSet/>
      <dgm:spPr/>
      <dgm:t>
        <a:bodyPr/>
        <a:lstStyle/>
        <a:p>
          <a:endParaRPr lang="en-US"/>
        </a:p>
      </dgm:t>
    </dgm:pt>
    <dgm:pt modelId="{9921AB5A-083A-47FF-81F8-8662B199FF55}">
      <dgm:prSet/>
      <dgm:spPr/>
      <dgm:t>
        <a:bodyPr/>
        <a:lstStyle/>
        <a:p>
          <a:r>
            <a:rPr lang="en-US"/>
            <a:t>Identify</a:t>
          </a:r>
        </a:p>
      </dgm:t>
    </dgm:pt>
    <dgm:pt modelId="{ABA1293A-E918-4A0A-8BF2-7FD3BE3E4BC2}" type="parTrans" cxnId="{2522A256-A11A-45D8-A16E-4804B5F7C41C}">
      <dgm:prSet/>
      <dgm:spPr/>
      <dgm:t>
        <a:bodyPr/>
        <a:lstStyle/>
        <a:p>
          <a:endParaRPr lang="en-US"/>
        </a:p>
      </dgm:t>
    </dgm:pt>
    <dgm:pt modelId="{AA59A991-1C20-43D2-B795-D35632D1C0D7}" type="sibTrans" cxnId="{2522A256-A11A-45D8-A16E-4804B5F7C41C}">
      <dgm:prSet/>
      <dgm:spPr/>
      <dgm:t>
        <a:bodyPr/>
        <a:lstStyle/>
        <a:p>
          <a:endParaRPr lang="en-US"/>
        </a:p>
      </dgm:t>
    </dgm:pt>
    <dgm:pt modelId="{7E48BFC9-EA4E-4716-BC51-D43611ABDFE6}">
      <dgm:prSet/>
      <dgm:spPr/>
      <dgm:t>
        <a:bodyPr/>
        <a:lstStyle/>
        <a:p>
          <a:r>
            <a:rPr lang="en-US"/>
            <a:t>Identify agents below 85% on-time.</a:t>
          </a:r>
        </a:p>
      </dgm:t>
    </dgm:pt>
    <dgm:pt modelId="{32C361B9-AED9-406C-BF79-FE0F52A28B1C}" type="parTrans" cxnId="{316A9E88-CEBD-4689-A643-8DAAE7E9C106}">
      <dgm:prSet/>
      <dgm:spPr/>
      <dgm:t>
        <a:bodyPr/>
        <a:lstStyle/>
        <a:p>
          <a:endParaRPr lang="en-US"/>
        </a:p>
      </dgm:t>
    </dgm:pt>
    <dgm:pt modelId="{8B225721-3829-4D65-AF6C-189ECE8EBA9D}" type="sibTrans" cxnId="{316A9E88-CEBD-4689-A643-8DAAE7E9C106}">
      <dgm:prSet/>
      <dgm:spPr/>
      <dgm:t>
        <a:bodyPr/>
        <a:lstStyle/>
        <a:p>
          <a:endParaRPr lang="en-US"/>
        </a:p>
      </dgm:t>
    </dgm:pt>
    <dgm:pt modelId="{589425B3-335D-4989-92DE-C79CEA0B332D}">
      <dgm:prSet/>
      <dgm:spPr/>
      <dgm:t>
        <a:bodyPr/>
        <a:lstStyle/>
        <a:p>
          <a:r>
            <a:rPr lang="en-US"/>
            <a:t>Compare</a:t>
          </a:r>
        </a:p>
      </dgm:t>
    </dgm:pt>
    <dgm:pt modelId="{803DE425-A424-4912-8813-DE14D9952FEC}" type="parTrans" cxnId="{34A6D8ED-161E-40CE-A45A-2471A76D075D}">
      <dgm:prSet/>
      <dgm:spPr/>
      <dgm:t>
        <a:bodyPr/>
        <a:lstStyle/>
        <a:p>
          <a:endParaRPr lang="en-US"/>
        </a:p>
      </dgm:t>
    </dgm:pt>
    <dgm:pt modelId="{DF2C2F5B-3C33-42EA-8C94-B2B16BB50C24}" type="sibTrans" cxnId="{34A6D8ED-161E-40CE-A45A-2471A76D075D}">
      <dgm:prSet/>
      <dgm:spPr/>
      <dgm:t>
        <a:bodyPr/>
        <a:lstStyle/>
        <a:p>
          <a:endParaRPr lang="en-US"/>
        </a:p>
      </dgm:t>
    </dgm:pt>
    <dgm:pt modelId="{8D08B060-DA80-4CB3-9252-F787E5289103}">
      <dgm:prSet/>
      <dgm:spPr/>
      <dgm:t>
        <a:bodyPr/>
        <a:lstStyle/>
        <a:p>
          <a:r>
            <a:rPr lang="en-US"/>
            <a:t>Compare top and bottom performers.</a:t>
          </a:r>
        </a:p>
      </dgm:t>
    </dgm:pt>
    <dgm:pt modelId="{89615B43-C09C-4612-8021-490F637C9BBF}" type="parTrans" cxnId="{FBE204DD-7479-42F8-B8E8-1731E0800FC6}">
      <dgm:prSet/>
      <dgm:spPr/>
      <dgm:t>
        <a:bodyPr/>
        <a:lstStyle/>
        <a:p>
          <a:endParaRPr lang="en-US"/>
        </a:p>
      </dgm:t>
    </dgm:pt>
    <dgm:pt modelId="{59B2BF3B-218D-4003-A79A-8147F76D9048}" type="sibTrans" cxnId="{FBE204DD-7479-42F8-B8E8-1731E0800FC6}">
      <dgm:prSet/>
      <dgm:spPr/>
      <dgm:t>
        <a:bodyPr/>
        <a:lstStyle/>
        <a:p>
          <a:endParaRPr lang="en-US"/>
        </a:p>
      </dgm:t>
    </dgm:pt>
    <dgm:pt modelId="{B256FD49-942E-4634-846A-9A3BC82DED91}">
      <dgm:prSet/>
      <dgm:spPr/>
      <dgm:t>
        <a:bodyPr/>
        <a:lstStyle/>
        <a:p>
          <a:r>
            <a:rPr lang="en-US"/>
            <a:t>Recommend</a:t>
          </a:r>
        </a:p>
      </dgm:t>
    </dgm:pt>
    <dgm:pt modelId="{859ABCC0-76D2-4FAD-975A-51C34523E1D0}" type="parTrans" cxnId="{5604C9D7-FF73-421F-BC5B-27902F8E68F3}">
      <dgm:prSet/>
      <dgm:spPr/>
      <dgm:t>
        <a:bodyPr/>
        <a:lstStyle/>
        <a:p>
          <a:endParaRPr lang="en-US"/>
        </a:p>
      </dgm:t>
    </dgm:pt>
    <dgm:pt modelId="{98F44B94-EDA2-4C0D-90A1-C8E397165E6B}" type="sibTrans" cxnId="{5604C9D7-FF73-421F-BC5B-27902F8E68F3}">
      <dgm:prSet/>
      <dgm:spPr/>
      <dgm:t>
        <a:bodyPr/>
        <a:lstStyle/>
        <a:p>
          <a:endParaRPr lang="en-US"/>
        </a:p>
      </dgm:t>
    </dgm:pt>
    <dgm:pt modelId="{C5881C18-AA54-4169-ABC7-13353E05559A}">
      <dgm:prSet/>
      <dgm:spPr/>
      <dgm:t>
        <a:bodyPr/>
        <a:lstStyle/>
        <a:p>
          <a:r>
            <a:rPr lang="en-US"/>
            <a:t>Recommend training and workload balancing.</a:t>
          </a:r>
        </a:p>
      </dgm:t>
    </dgm:pt>
    <dgm:pt modelId="{DB939157-894B-4557-A098-46DC8E565C67}" type="parTrans" cxnId="{4C2C507F-FF58-4E8A-AAD7-D8A3D8274473}">
      <dgm:prSet/>
      <dgm:spPr/>
      <dgm:t>
        <a:bodyPr/>
        <a:lstStyle/>
        <a:p>
          <a:endParaRPr lang="en-US"/>
        </a:p>
      </dgm:t>
    </dgm:pt>
    <dgm:pt modelId="{5A443E10-A841-45B7-AAF3-70E9D4CC85B0}" type="sibTrans" cxnId="{4C2C507F-FF58-4E8A-AAD7-D8A3D8274473}">
      <dgm:prSet/>
      <dgm:spPr/>
      <dgm:t>
        <a:bodyPr/>
        <a:lstStyle/>
        <a:p>
          <a:endParaRPr lang="en-US"/>
        </a:p>
      </dgm:t>
    </dgm:pt>
    <dgm:pt modelId="{52F5EFD2-318D-4353-A1BD-52ACC273BE46}" type="pres">
      <dgm:prSet presAssocID="{33CF75DD-9C5D-461F-99A8-469984903CBC}" presName="Name0" presStyleCnt="0">
        <dgm:presLayoutVars>
          <dgm:dir/>
          <dgm:animLvl val="lvl"/>
          <dgm:resizeHandles val="exact"/>
        </dgm:presLayoutVars>
      </dgm:prSet>
      <dgm:spPr/>
    </dgm:pt>
    <dgm:pt modelId="{4CBD07BC-FD7E-49B0-B41C-A2D04C1A01ED}" type="pres">
      <dgm:prSet presAssocID="{EE02E41C-6B90-4C8F-B628-AA35F056C214}" presName="composite" presStyleCnt="0"/>
      <dgm:spPr/>
    </dgm:pt>
    <dgm:pt modelId="{032FAA8B-B733-40C8-B07A-CA361C6FF82B}" type="pres">
      <dgm:prSet presAssocID="{EE02E41C-6B90-4C8F-B628-AA35F056C214}" presName="parTx" presStyleLbl="alignNode1" presStyleIdx="0" presStyleCnt="4">
        <dgm:presLayoutVars>
          <dgm:chMax val="0"/>
          <dgm:chPref val="0"/>
        </dgm:presLayoutVars>
      </dgm:prSet>
      <dgm:spPr/>
    </dgm:pt>
    <dgm:pt modelId="{339BC3CE-DA56-4355-A72C-2F4B7BF6E16E}" type="pres">
      <dgm:prSet presAssocID="{EE02E41C-6B90-4C8F-B628-AA35F056C214}" presName="desTx" presStyleLbl="alignAccFollowNode1" presStyleIdx="0" presStyleCnt="4">
        <dgm:presLayoutVars/>
      </dgm:prSet>
      <dgm:spPr/>
    </dgm:pt>
    <dgm:pt modelId="{C065B9D7-21B3-4F3C-A069-B3C7450D516B}" type="pres">
      <dgm:prSet presAssocID="{0764D5FF-F1AA-4B41-A845-05BA86767827}" presName="space" presStyleCnt="0"/>
      <dgm:spPr/>
    </dgm:pt>
    <dgm:pt modelId="{9350C7C1-2C56-414A-8CC5-0A8083A65801}" type="pres">
      <dgm:prSet presAssocID="{9921AB5A-083A-47FF-81F8-8662B199FF55}" presName="composite" presStyleCnt="0"/>
      <dgm:spPr/>
    </dgm:pt>
    <dgm:pt modelId="{433A89E7-0DC2-4790-B167-7AB718127983}" type="pres">
      <dgm:prSet presAssocID="{9921AB5A-083A-47FF-81F8-8662B199FF55}" presName="parTx" presStyleLbl="alignNode1" presStyleIdx="1" presStyleCnt="4">
        <dgm:presLayoutVars>
          <dgm:chMax val="0"/>
          <dgm:chPref val="0"/>
        </dgm:presLayoutVars>
      </dgm:prSet>
      <dgm:spPr/>
    </dgm:pt>
    <dgm:pt modelId="{2DA5B367-4AB3-4F82-A5F9-4FED8D0324EC}" type="pres">
      <dgm:prSet presAssocID="{9921AB5A-083A-47FF-81F8-8662B199FF55}" presName="desTx" presStyleLbl="alignAccFollowNode1" presStyleIdx="1" presStyleCnt="4">
        <dgm:presLayoutVars/>
      </dgm:prSet>
      <dgm:spPr/>
    </dgm:pt>
    <dgm:pt modelId="{83834DD7-2A93-4BF6-9B09-09EB12653694}" type="pres">
      <dgm:prSet presAssocID="{AA59A991-1C20-43D2-B795-D35632D1C0D7}" presName="space" presStyleCnt="0"/>
      <dgm:spPr/>
    </dgm:pt>
    <dgm:pt modelId="{44C9D546-B229-4387-B489-123F148DF2B2}" type="pres">
      <dgm:prSet presAssocID="{589425B3-335D-4989-92DE-C79CEA0B332D}" presName="composite" presStyleCnt="0"/>
      <dgm:spPr/>
    </dgm:pt>
    <dgm:pt modelId="{9D8E1483-5898-45D4-AB36-A81A32F0D235}" type="pres">
      <dgm:prSet presAssocID="{589425B3-335D-4989-92DE-C79CEA0B332D}" presName="parTx" presStyleLbl="alignNode1" presStyleIdx="2" presStyleCnt="4">
        <dgm:presLayoutVars>
          <dgm:chMax val="0"/>
          <dgm:chPref val="0"/>
        </dgm:presLayoutVars>
      </dgm:prSet>
      <dgm:spPr/>
    </dgm:pt>
    <dgm:pt modelId="{16FDEC2F-2E6C-45FE-80C5-EEE1000EB040}" type="pres">
      <dgm:prSet presAssocID="{589425B3-335D-4989-92DE-C79CEA0B332D}" presName="desTx" presStyleLbl="alignAccFollowNode1" presStyleIdx="2" presStyleCnt="4">
        <dgm:presLayoutVars/>
      </dgm:prSet>
      <dgm:spPr/>
    </dgm:pt>
    <dgm:pt modelId="{0E69E454-A85E-4D9C-B4DF-DF8EF5C751E5}" type="pres">
      <dgm:prSet presAssocID="{DF2C2F5B-3C33-42EA-8C94-B2B16BB50C24}" presName="space" presStyleCnt="0"/>
      <dgm:spPr/>
    </dgm:pt>
    <dgm:pt modelId="{222688EC-D42B-46C2-8BE4-9C9F335C5107}" type="pres">
      <dgm:prSet presAssocID="{B256FD49-942E-4634-846A-9A3BC82DED91}" presName="composite" presStyleCnt="0"/>
      <dgm:spPr/>
    </dgm:pt>
    <dgm:pt modelId="{3787B60F-001B-4189-AEC9-D96495F4FE73}" type="pres">
      <dgm:prSet presAssocID="{B256FD49-942E-4634-846A-9A3BC82DED91}" presName="parTx" presStyleLbl="alignNode1" presStyleIdx="3" presStyleCnt="4">
        <dgm:presLayoutVars>
          <dgm:chMax val="0"/>
          <dgm:chPref val="0"/>
        </dgm:presLayoutVars>
      </dgm:prSet>
      <dgm:spPr/>
    </dgm:pt>
    <dgm:pt modelId="{D1FAC34B-2987-4E34-98A2-8E3457EB3111}" type="pres">
      <dgm:prSet presAssocID="{B256FD49-942E-4634-846A-9A3BC82DED91}" presName="desTx" presStyleLbl="alignAccFollowNode1" presStyleIdx="3" presStyleCnt="4">
        <dgm:presLayoutVars/>
      </dgm:prSet>
      <dgm:spPr/>
    </dgm:pt>
  </dgm:ptLst>
  <dgm:cxnLst>
    <dgm:cxn modelId="{ED9E612E-C73F-4029-BBA5-CE245FBAE50E}" type="presOf" srcId="{9921AB5A-083A-47FF-81F8-8662B199FF55}" destId="{433A89E7-0DC2-4790-B167-7AB718127983}" srcOrd="0" destOrd="0" presId="urn:microsoft.com/office/officeart/2016/7/layout/ChevronBlockProcess"/>
    <dgm:cxn modelId="{55F5E75C-B7CC-43B2-A803-F1A8E0896546}" type="presOf" srcId="{C5881C18-AA54-4169-ABC7-13353E05559A}" destId="{D1FAC34B-2987-4E34-98A2-8E3457EB3111}" srcOrd="0" destOrd="0" presId="urn:microsoft.com/office/officeart/2016/7/layout/ChevronBlockProcess"/>
    <dgm:cxn modelId="{A0217F54-93D3-49EA-8DA5-DC2B82652F8B}" type="presOf" srcId="{C58A1BBE-25BE-4633-A1CB-AE2126D1C221}" destId="{339BC3CE-DA56-4355-A72C-2F4B7BF6E16E}" srcOrd="0" destOrd="0" presId="urn:microsoft.com/office/officeart/2016/7/layout/ChevronBlockProcess"/>
    <dgm:cxn modelId="{959F7B75-84A8-4F4E-BA3E-7BD1D06C4848}" type="presOf" srcId="{589425B3-335D-4989-92DE-C79CEA0B332D}" destId="{9D8E1483-5898-45D4-AB36-A81A32F0D235}" srcOrd="0" destOrd="0" presId="urn:microsoft.com/office/officeart/2016/7/layout/ChevronBlockProcess"/>
    <dgm:cxn modelId="{2522A256-A11A-45D8-A16E-4804B5F7C41C}" srcId="{33CF75DD-9C5D-461F-99A8-469984903CBC}" destId="{9921AB5A-083A-47FF-81F8-8662B199FF55}" srcOrd="1" destOrd="0" parTransId="{ABA1293A-E918-4A0A-8BF2-7FD3BE3E4BC2}" sibTransId="{AA59A991-1C20-43D2-B795-D35632D1C0D7}"/>
    <dgm:cxn modelId="{4C2C507F-FF58-4E8A-AAD7-D8A3D8274473}" srcId="{B256FD49-942E-4634-846A-9A3BC82DED91}" destId="{C5881C18-AA54-4169-ABC7-13353E05559A}" srcOrd="0" destOrd="0" parTransId="{DB939157-894B-4557-A098-46DC8E565C67}" sibTransId="{5A443E10-A841-45B7-AAF3-70E9D4CC85B0}"/>
    <dgm:cxn modelId="{316A9E88-CEBD-4689-A643-8DAAE7E9C106}" srcId="{9921AB5A-083A-47FF-81F8-8662B199FF55}" destId="{7E48BFC9-EA4E-4716-BC51-D43611ABDFE6}" srcOrd="0" destOrd="0" parTransId="{32C361B9-AED9-406C-BF79-FE0F52A28B1C}" sibTransId="{8B225721-3829-4D65-AF6C-189ECE8EBA9D}"/>
    <dgm:cxn modelId="{36E85DAD-590A-4958-A29D-DD834BBDD8F5}" type="presOf" srcId="{B256FD49-942E-4634-846A-9A3BC82DED91}" destId="{3787B60F-001B-4189-AEC9-D96495F4FE73}" srcOrd="0" destOrd="0" presId="urn:microsoft.com/office/officeart/2016/7/layout/ChevronBlockProcess"/>
    <dgm:cxn modelId="{46DC26B8-16B0-4A47-B60C-A3B6BFA75ACA}" type="presOf" srcId="{8D08B060-DA80-4CB3-9252-F787E5289103}" destId="{16FDEC2F-2E6C-45FE-80C5-EEE1000EB040}" srcOrd="0" destOrd="0" presId="urn:microsoft.com/office/officeart/2016/7/layout/ChevronBlockProcess"/>
    <dgm:cxn modelId="{64054BB9-AB5E-4BE3-A294-500C619362BF}" srcId="{33CF75DD-9C5D-461F-99A8-469984903CBC}" destId="{EE02E41C-6B90-4C8F-B628-AA35F056C214}" srcOrd="0" destOrd="0" parTransId="{8BFA8033-3766-48C3-8DA3-980132D652D0}" sibTransId="{0764D5FF-F1AA-4B41-A845-05BA86767827}"/>
    <dgm:cxn modelId="{0E358CBB-7B3B-43FB-95A9-0BBD5AB39761}" type="presOf" srcId="{33CF75DD-9C5D-461F-99A8-469984903CBC}" destId="{52F5EFD2-318D-4353-A1BD-52ACC273BE46}" srcOrd="0" destOrd="0" presId="urn:microsoft.com/office/officeart/2016/7/layout/ChevronBlockProcess"/>
    <dgm:cxn modelId="{17B0CCBC-27F2-46AF-858E-85B20B9CC6B3}" type="presOf" srcId="{EE02E41C-6B90-4C8F-B628-AA35F056C214}" destId="{032FAA8B-B733-40C8-B07A-CA361C6FF82B}" srcOrd="0" destOrd="0" presId="urn:microsoft.com/office/officeart/2016/7/layout/ChevronBlockProcess"/>
    <dgm:cxn modelId="{CA9188BF-C578-4779-9692-1792CBB2B14D}" srcId="{EE02E41C-6B90-4C8F-B628-AA35F056C214}" destId="{C58A1BBE-25BE-4633-A1CB-AE2126D1C221}" srcOrd="0" destOrd="0" parTransId="{8E945835-3A59-4063-B115-B777668EF3CB}" sibTransId="{7A0B22AE-6CB3-40BD-8D0B-84991657F467}"/>
    <dgm:cxn modelId="{5604C9D7-FF73-421F-BC5B-27902F8E68F3}" srcId="{33CF75DD-9C5D-461F-99A8-469984903CBC}" destId="{B256FD49-942E-4634-846A-9A3BC82DED91}" srcOrd="3" destOrd="0" parTransId="{859ABCC0-76D2-4FAD-975A-51C34523E1D0}" sibTransId="{98F44B94-EDA2-4C0D-90A1-C8E397165E6B}"/>
    <dgm:cxn modelId="{FBE204DD-7479-42F8-B8E8-1731E0800FC6}" srcId="{589425B3-335D-4989-92DE-C79CEA0B332D}" destId="{8D08B060-DA80-4CB3-9252-F787E5289103}" srcOrd="0" destOrd="0" parTransId="{89615B43-C09C-4612-8021-490F637C9BBF}" sibTransId="{59B2BF3B-218D-4003-A79A-8147F76D9048}"/>
    <dgm:cxn modelId="{82884FDF-BDB7-4189-81D7-FD5946308923}" type="presOf" srcId="{7E48BFC9-EA4E-4716-BC51-D43611ABDFE6}" destId="{2DA5B367-4AB3-4F82-A5F9-4FED8D0324EC}" srcOrd="0" destOrd="0" presId="urn:microsoft.com/office/officeart/2016/7/layout/ChevronBlockProcess"/>
    <dgm:cxn modelId="{34A6D8ED-161E-40CE-A45A-2471A76D075D}" srcId="{33CF75DD-9C5D-461F-99A8-469984903CBC}" destId="{589425B3-335D-4989-92DE-C79CEA0B332D}" srcOrd="2" destOrd="0" parTransId="{803DE425-A424-4912-8813-DE14D9952FEC}" sibTransId="{DF2C2F5B-3C33-42EA-8C94-B2B16BB50C24}"/>
    <dgm:cxn modelId="{8835B57E-10DD-435C-952A-9957B00AF745}" type="presParOf" srcId="{52F5EFD2-318D-4353-A1BD-52ACC273BE46}" destId="{4CBD07BC-FD7E-49B0-B41C-A2D04C1A01ED}" srcOrd="0" destOrd="0" presId="urn:microsoft.com/office/officeart/2016/7/layout/ChevronBlockProcess"/>
    <dgm:cxn modelId="{D0C43427-BEEE-4C67-97A3-747C4EF879FB}" type="presParOf" srcId="{4CBD07BC-FD7E-49B0-B41C-A2D04C1A01ED}" destId="{032FAA8B-B733-40C8-B07A-CA361C6FF82B}" srcOrd="0" destOrd="0" presId="urn:microsoft.com/office/officeart/2016/7/layout/ChevronBlockProcess"/>
    <dgm:cxn modelId="{B8F360EC-4FBE-475C-8646-058774E572A6}" type="presParOf" srcId="{4CBD07BC-FD7E-49B0-B41C-A2D04C1A01ED}" destId="{339BC3CE-DA56-4355-A72C-2F4B7BF6E16E}" srcOrd="1" destOrd="0" presId="urn:microsoft.com/office/officeart/2016/7/layout/ChevronBlockProcess"/>
    <dgm:cxn modelId="{D7FFAC6D-5748-4DAB-8801-61425F077521}" type="presParOf" srcId="{52F5EFD2-318D-4353-A1BD-52ACC273BE46}" destId="{C065B9D7-21B3-4F3C-A069-B3C7450D516B}" srcOrd="1" destOrd="0" presId="urn:microsoft.com/office/officeart/2016/7/layout/ChevronBlockProcess"/>
    <dgm:cxn modelId="{A5C7588D-C5D7-4C95-914D-132219B4E8C8}" type="presParOf" srcId="{52F5EFD2-318D-4353-A1BD-52ACC273BE46}" destId="{9350C7C1-2C56-414A-8CC5-0A8083A65801}" srcOrd="2" destOrd="0" presId="urn:microsoft.com/office/officeart/2016/7/layout/ChevronBlockProcess"/>
    <dgm:cxn modelId="{906BD8E0-3201-4BB3-B7D2-48A8FAF6334D}" type="presParOf" srcId="{9350C7C1-2C56-414A-8CC5-0A8083A65801}" destId="{433A89E7-0DC2-4790-B167-7AB718127983}" srcOrd="0" destOrd="0" presId="urn:microsoft.com/office/officeart/2016/7/layout/ChevronBlockProcess"/>
    <dgm:cxn modelId="{9DC28D70-6E47-4A12-81FB-C6030E776885}" type="presParOf" srcId="{9350C7C1-2C56-414A-8CC5-0A8083A65801}" destId="{2DA5B367-4AB3-4F82-A5F9-4FED8D0324EC}" srcOrd="1" destOrd="0" presId="urn:microsoft.com/office/officeart/2016/7/layout/ChevronBlockProcess"/>
    <dgm:cxn modelId="{0C77E963-068D-4AB4-AAB1-C23593A78B70}" type="presParOf" srcId="{52F5EFD2-318D-4353-A1BD-52ACC273BE46}" destId="{83834DD7-2A93-4BF6-9B09-09EB12653694}" srcOrd="3" destOrd="0" presId="urn:microsoft.com/office/officeart/2016/7/layout/ChevronBlockProcess"/>
    <dgm:cxn modelId="{B3A3814B-D149-4E06-8192-5D30A0BC8A27}" type="presParOf" srcId="{52F5EFD2-318D-4353-A1BD-52ACC273BE46}" destId="{44C9D546-B229-4387-B489-123F148DF2B2}" srcOrd="4" destOrd="0" presId="urn:microsoft.com/office/officeart/2016/7/layout/ChevronBlockProcess"/>
    <dgm:cxn modelId="{7CC65842-8A7B-484C-8C6D-D82ACC91BC7A}" type="presParOf" srcId="{44C9D546-B229-4387-B489-123F148DF2B2}" destId="{9D8E1483-5898-45D4-AB36-A81A32F0D235}" srcOrd="0" destOrd="0" presId="urn:microsoft.com/office/officeart/2016/7/layout/ChevronBlockProcess"/>
    <dgm:cxn modelId="{5C86684C-C7B3-4BE0-A26A-90D7311E48B2}" type="presParOf" srcId="{44C9D546-B229-4387-B489-123F148DF2B2}" destId="{16FDEC2F-2E6C-45FE-80C5-EEE1000EB040}" srcOrd="1" destOrd="0" presId="urn:microsoft.com/office/officeart/2016/7/layout/ChevronBlockProcess"/>
    <dgm:cxn modelId="{CACD7DA8-7FD6-4E9A-AAEB-C435D75BB870}" type="presParOf" srcId="{52F5EFD2-318D-4353-A1BD-52ACC273BE46}" destId="{0E69E454-A85E-4D9C-B4DF-DF8EF5C751E5}" srcOrd="5" destOrd="0" presId="urn:microsoft.com/office/officeart/2016/7/layout/ChevronBlockProcess"/>
    <dgm:cxn modelId="{48223DEB-F53D-4ADB-AC7A-4864D5ED70DA}" type="presParOf" srcId="{52F5EFD2-318D-4353-A1BD-52ACC273BE46}" destId="{222688EC-D42B-46C2-8BE4-9C9F335C5107}" srcOrd="6" destOrd="0" presId="urn:microsoft.com/office/officeart/2016/7/layout/ChevronBlockProcess"/>
    <dgm:cxn modelId="{1D21DF84-DC70-441A-A9D8-13032826FCD1}" type="presParOf" srcId="{222688EC-D42B-46C2-8BE4-9C9F335C5107}" destId="{3787B60F-001B-4189-AEC9-D96495F4FE73}" srcOrd="0" destOrd="0" presId="urn:microsoft.com/office/officeart/2016/7/layout/ChevronBlockProcess"/>
    <dgm:cxn modelId="{5D3E6654-FED2-42B7-A356-43A2C3DA0FCE}" type="presParOf" srcId="{222688EC-D42B-46C2-8BE4-9C9F335C5107}" destId="{D1FAC34B-2987-4E34-98A2-8E3457EB3111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219A63F-9A87-49F8-9C60-E014AD3B20A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5211586-6718-4878-B756-8A544F7D268A}">
      <dgm:prSet/>
      <dgm:spPr/>
      <dgm:t>
        <a:bodyPr/>
        <a:lstStyle/>
        <a:p>
          <a:pPr>
            <a:defRPr cap="all"/>
          </a:pPr>
          <a:r>
            <a:rPr lang="en-US"/>
            <a:t>Review latest shipment status and delivery date.</a:t>
          </a:r>
        </a:p>
      </dgm:t>
    </dgm:pt>
    <dgm:pt modelId="{83CAA6EB-BBB3-45A8-8601-1FDC3B2E471C}" type="parTrans" cxnId="{F00F566D-D466-46D8-988E-226A01AADDC8}">
      <dgm:prSet/>
      <dgm:spPr/>
      <dgm:t>
        <a:bodyPr/>
        <a:lstStyle/>
        <a:p>
          <a:endParaRPr lang="en-US"/>
        </a:p>
      </dgm:t>
    </dgm:pt>
    <dgm:pt modelId="{79346C02-CC5F-4E12-82EA-8CAB347E74EF}" type="sibTrans" cxnId="{F00F566D-D466-46D8-988E-226A01AADDC8}">
      <dgm:prSet/>
      <dgm:spPr/>
      <dgm:t>
        <a:bodyPr/>
        <a:lstStyle/>
        <a:p>
          <a:endParaRPr lang="en-US"/>
        </a:p>
      </dgm:t>
    </dgm:pt>
    <dgm:pt modelId="{C06C6DC4-E6C9-4776-AD91-3ABC64461BE8}">
      <dgm:prSet/>
      <dgm:spPr/>
      <dgm:t>
        <a:bodyPr/>
        <a:lstStyle/>
        <a:p>
          <a:pPr>
            <a:defRPr cap="all"/>
          </a:pPr>
          <a:r>
            <a:rPr lang="en-US"/>
            <a:t>Identify routes dominated by In Transit or Returned shipments.</a:t>
          </a:r>
        </a:p>
      </dgm:t>
    </dgm:pt>
    <dgm:pt modelId="{E2FFADBA-45FE-46E9-B4C2-8336C30D6AF3}" type="parTrans" cxnId="{EA048BCA-0F6F-4980-9555-E89C05A1AC29}">
      <dgm:prSet/>
      <dgm:spPr/>
      <dgm:t>
        <a:bodyPr/>
        <a:lstStyle/>
        <a:p>
          <a:endParaRPr lang="en-US"/>
        </a:p>
      </dgm:t>
    </dgm:pt>
    <dgm:pt modelId="{0BF9F827-2A8C-472F-87D9-20C286AC9C5B}" type="sibTrans" cxnId="{EA048BCA-0F6F-4980-9555-E89C05A1AC29}">
      <dgm:prSet/>
      <dgm:spPr/>
      <dgm:t>
        <a:bodyPr/>
        <a:lstStyle/>
        <a:p>
          <a:endParaRPr lang="en-US"/>
        </a:p>
      </dgm:t>
    </dgm:pt>
    <dgm:pt modelId="{E640AFA8-9DDB-4A6F-A219-D8B9FD5D35FD}">
      <dgm:prSet/>
      <dgm:spPr/>
      <dgm:t>
        <a:bodyPr/>
        <a:lstStyle/>
        <a:p>
          <a:pPr>
            <a:defRPr cap="all"/>
          </a:pPr>
          <a:r>
            <a:rPr lang="en-US"/>
            <a:t>Review delay indicators.</a:t>
          </a:r>
        </a:p>
      </dgm:t>
    </dgm:pt>
    <dgm:pt modelId="{281CBE1C-AE66-4AB5-96CB-8547C78D6B21}" type="parTrans" cxnId="{1761B9BE-DA8A-4F48-A4A6-1ABBE838F401}">
      <dgm:prSet/>
      <dgm:spPr/>
      <dgm:t>
        <a:bodyPr/>
        <a:lstStyle/>
        <a:p>
          <a:endParaRPr lang="en-US"/>
        </a:p>
      </dgm:t>
    </dgm:pt>
    <dgm:pt modelId="{9491E4B2-8AE4-4FE1-919D-A36B61CCE813}" type="sibTrans" cxnId="{1761B9BE-DA8A-4F48-A4A6-1ABBE838F401}">
      <dgm:prSet/>
      <dgm:spPr/>
      <dgm:t>
        <a:bodyPr/>
        <a:lstStyle/>
        <a:p>
          <a:endParaRPr lang="en-US"/>
        </a:p>
      </dgm:t>
    </dgm:pt>
    <dgm:pt modelId="{2C37D052-E908-4F31-B6C6-B0B13442F4AD}">
      <dgm:prSet/>
      <dgm:spPr/>
      <dgm:t>
        <a:bodyPr/>
        <a:lstStyle/>
        <a:p>
          <a:pPr>
            <a:defRPr cap="all"/>
          </a:pPr>
          <a:r>
            <a:rPr lang="en-US"/>
            <a:t>Investigate delays above 120 hours.</a:t>
          </a:r>
        </a:p>
      </dgm:t>
    </dgm:pt>
    <dgm:pt modelId="{69302671-BC23-46AF-91B9-C9B9D5296312}" type="parTrans" cxnId="{BBD807AE-2093-4D9D-A711-02687A047C56}">
      <dgm:prSet/>
      <dgm:spPr/>
      <dgm:t>
        <a:bodyPr/>
        <a:lstStyle/>
        <a:p>
          <a:endParaRPr lang="en-US"/>
        </a:p>
      </dgm:t>
    </dgm:pt>
    <dgm:pt modelId="{3C970C98-F629-4E58-A4E3-E3CF8BE6FB51}" type="sibTrans" cxnId="{BBD807AE-2093-4D9D-A711-02687A047C56}">
      <dgm:prSet/>
      <dgm:spPr/>
      <dgm:t>
        <a:bodyPr/>
        <a:lstStyle/>
        <a:p>
          <a:endParaRPr lang="en-US"/>
        </a:p>
      </dgm:t>
    </dgm:pt>
    <dgm:pt modelId="{7B0B9D0F-F7F3-4979-8868-0ED2FEA80FC1}" type="pres">
      <dgm:prSet presAssocID="{F219A63F-9A87-49F8-9C60-E014AD3B20A9}" presName="root" presStyleCnt="0">
        <dgm:presLayoutVars>
          <dgm:dir/>
          <dgm:resizeHandles val="exact"/>
        </dgm:presLayoutVars>
      </dgm:prSet>
      <dgm:spPr/>
    </dgm:pt>
    <dgm:pt modelId="{67DF8CE2-2A51-44EC-A7A6-28AC4B651EF9}" type="pres">
      <dgm:prSet presAssocID="{25211586-6718-4878-B756-8A544F7D268A}" presName="compNode" presStyleCnt="0"/>
      <dgm:spPr/>
    </dgm:pt>
    <dgm:pt modelId="{18CD929D-3AC6-469B-A5AF-1FFC91DA6565}" type="pres">
      <dgm:prSet presAssocID="{25211586-6718-4878-B756-8A544F7D268A}" presName="iconBgRect" presStyleLbl="bgShp" presStyleIdx="0" presStyleCnt="4"/>
      <dgm:spPr/>
    </dgm:pt>
    <dgm:pt modelId="{BFBA288F-7D9C-4F12-A578-485BA1612500}" type="pres">
      <dgm:prSet presAssocID="{25211586-6718-4878-B756-8A544F7D268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BE64AEE-00C2-45B3-8073-7D1F822AB04C}" type="pres">
      <dgm:prSet presAssocID="{25211586-6718-4878-B756-8A544F7D268A}" presName="spaceRect" presStyleCnt="0"/>
      <dgm:spPr/>
    </dgm:pt>
    <dgm:pt modelId="{93C1CAA2-7E67-40C9-A9CE-58A483DE6D75}" type="pres">
      <dgm:prSet presAssocID="{25211586-6718-4878-B756-8A544F7D268A}" presName="textRect" presStyleLbl="revTx" presStyleIdx="0" presStyleCnt="4">
        <dgm:presLayoutVars>
          <dgm:chMax val="1"/>
          <dgm:chPref val="1"/>
        </dgm:presLayoutVars>
      </dgm:prSet>
      <dgm:spPr/>
    </dgm:pt>
    <dgm:pt modelId="{E4D62694-E522-4DFF-AE94-D81982D6BFC4}" type="pres">
      <dgm:prSet presAssocID="{79346C02-CC5F-4E12-82EA-8CAB347E74EF}" presName="sibTrans" presStyleCnt="0"/>
      <dgm:spPr/>
    </dgm:pt>
    <dgm:pt modelId="{8AD6A55C-0D5F-421C-8D22-4076A3B8BA32}" type="pres">
      <dgm:prSet presAssocID="{C06C6DC4-E6C9-4776-AD91-3ABC64461BE8}" presName="compNode" presStyleCnt="0"/>
      <dgm:spPr/>
    </dgm:pt>
    <dgm:pt modelId="{6BCAFC7C-DE4D-47C0-9088-112D0F4654D7}" type="pres">
      <dgm:prSet presAssocID="{C06C6DC4-E6C9-4776-AD91-3ABC64461BE8}" presName="iconBgRect" presStyleLbl="bgShp" presStyleIdx="1" presStyleCnt="4"/>
      <dgm:spPr/>
    </dgm:pt>
    <dgm:pt modelId="{2E354FD9-F71C-4AE4-B80F-0E4FDB6ED24C}" type="pres">
      <dgm:prSet presAssocID="{C06C6DC4-E6C9-4776-AD91-3ABC64461BE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EAABA458-8775-422B-A856-1486D501EA08}" type="pres">
      <dgm:prSet presAssocID="{C06C6DC4-E6C9-4776-AD91-3ABC64461BE8}" presName="spaceRect" presStyleCnt="0"/>
      <dgm:spPr/>
    </dgm:pt>
    <dgm:pt modelId="{0E16CB6B-014A-4325-B0E1-68014299F27A}" type="pres">
      <dgm:prSet presAssocID="{C06C6DC4-E6C9-4776-AD91-3ABC64461BE8}" presName="textRect" presStyleLbl="revTx" presStyleIdx="1" presStyleCnt="4">
        <dgm:presLayoutVars>
          <dgm:chMax val="1"/>
          <dgm:chPref val="1"/>
        </dgm:presLayoutVars>
      </dgm:prSet>
      <dgm:spPr/>
    </dgm:pt>
    <dgm:pt modelId="{BE4AF1E3-404E-42E7-B096-1540D638137D}" type="pres">
      <dgm:prSet presAssocID="{0BF9F827-2A8C-472F-87D9-20C286AC9C5B}" presName="sibTrans" presStyleCnt="0"/>
      <dgm:spPr/>
    </dgm:pt>
    <dgm:pt modelId="{9835DBA0-5768-4965-BDF2-20D34EBB37EE}" type="pres">
      <dgm:prSet presAssocID="{E640AFA8-9DDB-4A6F-A219-D8B9FD5D35FD}" presName="compNode" presStyleCnt="0"/>
      <dgm:spPr/>
    </dgm:pt>
    <dgm:pt modelId="{4F8E47B3-8E80-40A1-A101-FD21D31A87C9}" type="pres">
      <dgm:prSet presAssocID="{E640AFA8-9DDB-4A6F-A219-D8B9FD5D35FD}" presName="iconBgRect" presStyleLbl="bgShp" presStyleIdx="2" presStyleCnt="4"/>
      <dgm:spPr/>
    </dgm:pt>
    <dgm:pt modelId="{D73BF60C-8F54-4B12-8CC6-266A55C1E8A2}" type="pres">
      <dgm:prSet presAssocID="{E640AFA8-9DDB-4A6F-A219-D8B9FD5D35F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D86451E1-A3E4-42ED-8B27-F5CC4AFAA477}" type="pres">
      <dgm:prSet presAssocID="{E640AFA8-9DDB-4A6F-A219-D8B9FD5D35FD}" presName="spaceRect" presStyleCnt="0"/>
      <dgm:spPr/>
    </dgm:pt>
    <dgm:pt modelId="{19E29EAF-4BB9-4844-B4F6-F441324E1F27}" type="pres">
      <dgm:prSet presAssocID="{E640AFA8-9DDB-4A6F-A219-D8B9FD5D35FD}" presName="textRect" presStyleLbl="revTx" presStyleIdx="2" presStyleCnt="4">
        <dgm:presLayoutVars>
          <dgm:chMax val="1"/>
          <dgm:chPref val="1"/>
        </dgm:presLayoutVars>
      </dgm:prSet>
      <dgm:spPr/>
    </dgm:pt>
    <dgm:pt modelId="{17D6D1A8-B28E-401B-A1EE-6A6D0308264E}" type="pres">
      <dgm:prSet presAssocID="{9491E4B2-8AE4-4FE1-919D-A36B61CCE813}" presName="sibTrans" presStyleCnt="0"/>
      <dgm:spPr/>
    </dgm:pt>
    <dgm:pt modelId="{9C5ECE58-9653-45F9-9EEA-0CE993861DEC}" type="pres">
      <dgm:prSet presAssocID="{2C37D052-E908-4F31-B6C6-B0B13442F4AD}" presName="compNode" presStyleCnt="0"/>
      <dgm:spPr/>
    </dgm:pt>
    <dgm:pt modelId="{555B0E21-D9FB-4153-8E2A-C92B44ABEF7F}" type="pres">
      <dgm:prSet presAssocID="{2C37D052-E908-4F31-B6C6-B0B13442F4AD}" presName="iconBgRect" presStyleLbl="bgShp" presStyleIdx="3" presStyleCnt="4"/>
      <dgm:spPr/>
    </dgm:pt>
    <dgm:pt modelId="{4FFBE7CB-776A-411E-AC89-AAD7ADFC9B95}" type="pres">
      <dgm:prSet presAssocID="{2C37D052-E908-4F31-B6C6-B0B13442F4A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B08B521-4997-4638-ADA3-29454F58F9FB}" type="pres">
      <dgm:prSet presAssocID="{2C37D052-E908-4F31-B6C6-B0B13442F4AD}" presName="spaceRect" presStyleCnt="0"/>
      <dgm:spPr/>
    </dgm:pt>
    <dgm:pt modelId="{8E34F14E-EE54-44BB-B9DE-E6BBFB155F45}" type="pres">
      <dgm:prSet presAssocID="{2C37D052-E908-4F31-B6C6-B0B13442F4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3552616-79D3-4733-9FE4-B51495AF884B}" type="presOf" srcId="{25211586-6718-4878-B756-8A544F7D268A}" destId="{93C1CAA2-7E67-40C9-A9CE-58A483DE6D75}" srcOrd="0" destOrd="0" presId="urn:microsoft.com/office/officeart/2018/5/layout/IconCircleLabelList"/>
    <dgm:cxn modelId="{A5F7A526-F0FF-403B-A906-1001CA353129}" type="presOf" srcId="{2C37D052-E908-4F31-B6C6-B0B13442F4AD}" destId="{8E34F14E-EE54-44BB-B9DE-E6BBFB155F45}" srcOrd="0" destOrd="0" presId="urn:microsoft.com/office/officeart/2018/5/layout/IconCircleLabelList"/>
    <dgm:cxn modelId="{91AC6F69-C6BD-4004-9006-BC14881F7B60}" type="presOf" srcId="{C06C6DC4-E6C9-4776-AD91-3ABC64461BE8}" destId="{0E16CB6B-014A-4325-B0E1-68014299F27A}" srcOrd="0" destOrd="0" presId="urn:microsoft.com/office/officeart/2018/5/layout/IconCircleLabelList"/>
    <dgm:cxn modelId="{F00F566D-D466-46D8-988E-226A01AADDC8}" srcId="{F219A63F-9A87-49F8-9C60-E014AD3B20A9}" destId="{25211586-6718-4878-B756-8A544F7D268A}" srcOrd="0" destOrd="0" parTransId="{83CAA6EB-BBB3-45A8-8601-1FDC3B2E471C}" sibTransId="{79346C02-CC5F-4E12-82EA-8CAB347E74EF}"/>
    <dgm:cxn modelId="{A7D0CC78-7A0F-4EF1-887E-60EBAB69ED68}" type="presOf" srcId="{E640AFA8-9DDB-4A6F-A219-D8B9FD5D35FD}" destId="{19E29EAF-4BB9-4844-B4F6-F441324E1F27}" srcOrd="0" destOrd="0" presId="urn:microsoft.com/office/officeart/2018/5/layout/IconCircleLabelList"/>
    <dgm:cxn modelId="{26434EA2-5633-4942-A79D-B5A814EA14C5}" type="presOf" srcId="{F219A63F-9A87-49F8-9C60-E014AD3B20A9}" destId="{7B0B9D0F-F7F3-4979-8868-0ED2FEA80FC1}" srcOrd="0" destOrd="0" presId="urn:microsoft.com/office/officeart/2018/5/layout/IconCircleLabelList"/>
    <dgm:cxn modelId="{BBD807AE-2093-4D9D-A711-02687A047C56}" srcId="{F219A63F-9A87-49F8-9C60-E014AD3B20A9}" destId="{2C37D052-E908-4F31-B6C6-B0B13442F4AD}" srcOrd="3" destOrd="0" parTransId="{69302671-BC23-46AF-91B9-C9B9D5296312}" sibTransId="{3C970C98-F629-4E58-A4E3-E3CF8BE6FB51}"/>
    <dgm:cxn modelId="{1761B9BE-DA8A-4F48-A4A6-1ABBE838F401}" srcId="{F219A63F-9A87-49F8-9C60-E014AD3B20A9}" destId="{E640AFA8-9DDB-4A6F-A219-D8B9FD5D35FD}" srcOrd="2" destOrd="0" parTransId="{281CBE1C-AE66-4AB5-96CB-8547C78D6B21}" sibTransId="{9491E4B2-8AE4-4FE1-919D-A36B61CCE813}"/>
    <dgm:cxn modelId="{EA048BCA-0F6F-4980-9555-E89C05A1AC29}" srcId="{F219A63F-9A87-49F8-9C60-E014AD3B20A9}" destId="{C06C6DC4-E6C9-4776-AD91-3ABC64461BE8}" srcOrd="1" destOrd="0" parTransId="{E2FFADBA-45FE-46E9-B4C2-8336C30D6AF3}" sibTransId="{0BF9F827-2A8C-472F-87D9-20C286AC9C5B}"/>
    <dgm:cxn modelId="{C8C1444C-2940-46EE-9DDE-4D7CC3C247DD}" type="presParOf" srcId="{7B0B9D0F-F7F3-4979-8868-0ED2FEA80FC1}" destId="{67DF8CE2-2A51-44EC-A7A6-28AC4B651EF9}" srcOrd="0" destOrd="0" presId="urn:microsoft.com/office/officeart/2018/5/layout/IconCircleLabelList"/>
    <dgm:cxn modelId="{34BEA0E4-C9BD-4259-AB29-E5354A8AE3C0}" type="presParOf" srcId="{67DF8CE2-2A51-44EC-A7A6-28AC4B651EF9}" destId="{18CD929D-3AC6-469B-A5AF-1FFC91DA6565}" srcOrd="0" destOrd="0" presId="urn:microsoft.com/office/officeart/2018/5/layout/IconCircleLabelList"/>
    <dgm:cxn modelId="{3A03016C-9FA7-4FB5-9156-110CC9A5C8F5}" type="presParOf" srcId="{67DF8CE2-2A51-44EC-A7A6-28AC4B651EF9}" destId="{BFBA288F-7D9C-4F12-A578-485BA1612500}" srcOrd="1" destOrd="0" presId="urn:microsoft.com/office/officeart/2018/5/layout/IconCircleLabelList"/>
    <dgm:cxn modelId="{C571ECF0-DA91-4D45-8C2B-8E99F43140FB}" type="presParOf" srcId="{67DF8CE2-2A51-44EC-A7A6-28AC4B651EF9}" destId="{2BE64AEE-00C2-45B3-8073-7D1F822AB04C}" srcOrd="2" destOrd="0" presId="urn:microsoft.com/office/officeart/2018/5/layout/IconCircleLabelList"/>
    <dgm:cxn modelId="{2729BB3C-AA1D-47A9-B4BC-200F138E87E8}" type="presParOf" srcId="{67DF8CE2-2A51-44EC-A7A6-28AC4B651EF9}" destId="{93C1CAA2-7E67-40C9-A9CE-58A483DE6D75}" srcOrd="3" destOrd="0" presId="urn:microsoft.com/office/officeart/2018/5/layout/IconCircleLabelList"/>
    <dgm:cxn modelId="{78B92FAA-57E1-4CB5-A8BC-74C004673035}" type="presParOf" srcId="{7B0B9D0F-F7F3-4979-8868-0ED2FEA80FC1}" destId="{E4D62694-E522-4DFF-AE94-D81982D6BFC4}" srcOrd="1" destOrd="0" presId="urn:microsoft.com/office/officeart/2018/5/layout/IconCircleLabelList"/>
    <dgm:cxn modelId="{49EF251D-4437-4140-BF35-F62FE313CECB}" type="presParOf" srcId="{7B0B9D0F-F7F3-4979-8868-0ED2FEA80FC1}" destId="{8AD6A55C-0D5F-421C-8D22-4076A3B8BA32}" srcOrd="2" destOrd="0" presId="urn:microsoft.com/office/officeart/2018/5/layout/IconCircleLabelList"/>
    <dgm:cxn modelId="{C5A45D76-59D6-4999-B43B-D80E29C7241E}" type="presParOf" srcId="{8AD6A55C-0D5F-421C-8D22-4076A3B8BA32}" destId="{6BCAFC7C-DE4D-47C0-9088-112D0F4654D7}" srcOrd="0" destOrd="0" presId="urn:microsoft.com/office/officeart/2018/5/layout/IconCircleLabelList"/>
    <dgm:cxn modelId="{43220F80-47B8-4FFF-8600-B9961C0962B6}" type="presParOf" srcId="{8AD6A55C-0D5F-421C-8D22-4076A3B8BA32}" destId="{2E354FD9-F71C-4AE4-B80F-0E4FDB6ED24C}" srcOrd="1" destOrd="0" presId="urn:microsoft.com/office/officeart/2018/5/layout/IconCircleLabelList"/>
    <dgm:cxn modelId="{A0162311-B89C-4248-9642-2956D963CFF2}" type="presParOf" srcId="{8AD6A55C-0D5F-421C-8D22-4076A3B8BA32}" destId="{EAABA458-8775-422B-A856-1486D501EA08}" srcOrd="2" destOrd="0" presId="urn:microsoft.com/office/officeart/2018/5/layout/IconCircleLabelList"/>
    <dgm:cxn modelId="{1F83C21D-E50B-4D30-805D-14F6B405B148}" type="presParOf" srcId="{8AD6A55C-0D5F-421C-8D22-4076A3B8BA32}" destId="{0E16CB6B-014A-4325-B0E1-68014299F27A}" srcOrd="3" destOrd="0" presId="urn:microsoft.com/office/officeart/2018/5/layout/IconCircleLabelList"/>
    <dgm:cxn modelId="{BCB8A0DA-8A18-46C8-98B2-DDE3B0D9C3E3}" type="presParOf" srcId="{7B0B9D0F-F7F3-4979-8868-0ED2FEA80FC1}" destId="{BE4AF1E3-404E-42E7-B096-1540D638137D}" srcOrd="3" destOrd="0" presId="urn:microsoft.com/office/officeart/2018/5/layout/IconCircleLabelList"/>
    <dgm:cxn modelId="{27F8FCD4-3EA9-478B-91F5-FB363C86D65F}" type="presParOf" srcId="{7B0B9D0F-F7F3-4979-8868-0ED2FEA80FC1}" destId="{9835DBA0-5768-4965-BDF2-20D34EBB37EE}" srcOrd="4" destOrd="0" presId="urn:microsoft.com/office/officeart/2018/5/layout/IconCircleLabelList"/>
    <dgm:cxn modelId="{70A7601C-0C7A-4356-98BC-26525D69D3D0}" type="presParOf" srcId="{9835DBA0-5768-4965-BDF2-20D34EBB37EE}" destId="{4F8E47B3-8E80-40A1-A101-FD21D31A87C9}" srcOrd="0" destOrd="0" presId="urn:microsoft.com/office/officeart/2018/5/layout/IconCircleLabelList"/>
    <dgm:cxn modelId="{DB7DC403-EFA3-4384-91C7-709F4347C386}" type="presParOf" srcId="{9835DBA0-5768-4965-BDF2-20D34EBB37EE}" destId="{D73BF60C-8F54-4B12-8CC6-266A55C1E8A2}" srcOrd="1" destOrd="0" presId="urn:microsoft.com/office/officeart/2018/5/layout/IconCircleLabelList"/>
    <dgm:cxn modelId="{40B55C3B-F4FF-458E-8FC4-B779E6381832}" type="presParOf" srcId="{9835DBA0-5768-4965-BDF2-20D34EBB37EE}" destId="{D86451E1-A3E4-42ED-8B27-F5CC4AFAA477}" srcOrd="2" destOrd="0" presId="urn:microsoft.com/office/officeart/2018/5/layout/IconCircleLabelList"/>
    <dgm:cxn modelId="{A5B01834-2A77-47B1-8CF1-1177A2651664}" type="presParOf" srcId="{9835DBA0-5768-4965-BDF2-20D34EBB37EE}" destId="{19E29EAF-4BB9-4844-B4F6-F441324E1F27}" srcOrd="3" destOrd="0" presId="urn:microsoft.com/office/officeart/2018/5/layout/IconCircleLabelList"/>
    <dgm:cxn modelId="{CAD78C1F-6625-4C8D-A7AB-B9AE2318D708}" type="presParOf" srcId="{7B0B9D0F-F7F3-4979-8868-0ED2FEA80FC1}" destId="{17D6D1A8-B28E-401B-A1EE-6A6D0308264E}" srcOrd="5" destOrd="0" presId="urn:microsoft.com/office/officeart/2018/5/layout/IconCircleLabelList"/>
    <dgm:cxn modelId="{0B70B379-A251-420D-8E7A-F434994AFF7F}" type="presParOf" srcId="{7B0B9D0F-F7F3-4979-8868-0ED2FEA80FC1}" destId="{9C5ECE58-9653-45F9-9EEA-0CE993861DEC}" srcOrd="6" destOrd="0" presId="urn:microsoft.com/office/officeart/2018/5/layout/IconCircleLabelList"/>
    <dgm:cxn modelId="{6BC4538D-7E66-4351-B8A5-295FE7692074}" type="presParOf" srcId="{9C5ECE58-9653-45F9-9EEA-0CE993861DEC}" destId="{555B0E21-D9FB-4153-8E2A-C92B44ABEF7F}" srcOrd="0" destOrd="0" presId="urn:microsoft.com/office/officeart/2018/5/layout/IconCircleLabelList"/>
    <dgm:cxn modelId="{4A13D64D-2ED5-4C6D-9E26-B40ED4F451ED}" type="presParOf" srcId="{9C5ECE58-9653-45F9-9EEA-0CE993861DEC}" destId="{4FFBE7CB-776A-411E-AC89-AAD7ADFC9B95}" srcOrd="1" destOrd="0" presId="urn:microsoft.com/office/officeart/2018/5/layout/IconCircleLabelList"/>
    <dgm:cxn modelId="{08CE9742-DB6D-4423-B792-C3EB3B1C7913}" type="presParOf" srcId="{9C5ECE58-9653-45F9-9EEA-0CE993861DEC}" destId="{BB08B521-4997-4638-ADA3-29454F58F9FB}" srcOrd="2" destOrd="0" presId="urn:microsoft.com/office/officeart/2018/5/layout/IconCircleLabelList"/>
    <dgm:cxn modelId="{6B00B170-90FC-4238-882F-9A8A04CEDED7}" type="presParOf" srcId="{9C5ECE58-9653-45F9-9EEA-0CE993861DEC}" destId="{8E34F14E-EE54-44BB-B9DE-E6BBFB155F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1C27124-1E8C-4B74-BB6C-4E37E14564F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84959D4-BD95-44AE-BAE7-1DFCFDF56FDC}">
      <dgm:prSet/>
      <dgm:spPr/>
      <dgm:t>
        <a:bodyPr/>
        <a:lstStyle/>
        <a:p>
          <a:r>
            <a:rPr lang="en-US"/>
            <a:t>Average delay by Source_Country.</a:t>
          </a:r>
        </a:p>
      </dgm:t>
    </dgm:pt>
    <dgm:pt modelId="{FE3844E4-D4C2-4249-AD75-E558781A982C}" type="parTrans" cxnId="{FA8A70E4-525F-43B1-8B11-5353C233AAC6}">
      <dgm:prSet/>
      <dgm:spPr/>
      <dgm:t>
        <a:bodyPr/>
        <a:lstStyle/>
        <a:p>
          <a:endParaRPr lang="en-US"/>
        </a:p>
      </dgm:t>
    </dgm:pt>
    <dgm:pt modelId="{D36E93DB-8BE6-4B02-9EA3-A3BAB3411C90}" type="sibTrans" cxnId="{FA8A70E4-525F-43B1-8B11-5353C233AAC6}">
      <dgm:prSet/>
      <dgm:spPr/>
      <dgm:t>
        <a:bodyPr/>
        <a:lstStyle/>
        <a:p>
          <a:endParaRPr lang="en-US"/>
        </a:p>
      </dgm:t>
    </dgm:pt>
    <dgm:pt modelId="{98CE0DF3-D8D3-412B-9C9F-9B7915FD3E27}">
      <dgm:prSet/>
      <dgm:spPr/>
      <dgm:t>
        <a:bodyPr/>
        <a:lstStyle/>
        <a:p>
          <a:r>
            <a:rPr lang="en-US"/>
            <a:t>On-Time Delivery Percentage.</a:t>
          </a:r>
        </a:p>
      </dgm:t>
    </dgm:pt>
    <dgm:pt modelId="{3A4D47FC-26BD-4DD1-8E05-74E5B5A73311}" type="parTrans" cxnId="{7F997CAC-5893-4A9A-AE91-12BEE849FB78}">
      <dgm:prSet/>
      <dgm:spPr/>
      <dgm:t>
        <a:bodyPr/>
        <a:lstStyle/>
        <a:p>
          <a:endParaRPr lang="en-US"/>
        </a:p>
      </dgm:t>
    </dgm:pt>
    <dgm:pt modelId="{E0A759D4-C14D-498D-A400-120083299B0E}" type="sibTrans" cxnId="{7F997CAC-5893-4A9A-AE91-12BEE849FB78}">
      <dgm:prSet/>
      <dgm:spPr/>
      <dgm:t>
        <a:bodyPr/>
        <a:lstStyle/>
        <a:p>
          <a:endParaRPr lang="en-US"/>
        </a:p>
      </dgm:t>
    </dgm:pt>
    <dgm:pt modelId="{E5032397-D900-4E32-93D5-3AAC51180339}">
      <dgm:prSet/>
      <dgm:spPr/>
      <dgm:t>
        <a:bodyPr/>
        <a:lstStyle/>
        <a:p>
          <a:r>
            <a:rPr lang="en-US"/>
            <a:t>Average delay per Route_ID.</a:t>
          </a:r>
        </a:p>
      </dgm:t>
    </dgm:pt>
    <dgm:pt modelId="{0F3FE795-0557-4049-8697-428B28CBCEE2}" type="parTrans" cxnId="{2BEDBDDA-1B32-457A-BAB6-89FDE9EF58D7}">
      <dgm:prSet/>
      <dgm:spPr/>
      <dgm:t>
        <a:bodyPr/>
        <a:lstStyle/>
        <a:p>
          <a:endParaRPr lang="en-US"/>
        </a:p>
      </dgm:t>
    </dgm:pt>
    <dgm:pt modelId="{2E50FDA2-6E7C-4BAA-BE5B-96CD8DB5F158}" type="sibTrans" cxnId="{2BEDBDDA-1B32-457A-BAB6-89FDE9EF58D7}">
      <dgm:prSet/>
      <dgm:spPr/>
      <dgm:t>
        <a:bodyPr/>
        <a:lstStyle/>
        <a:p>
          <a:endParaRPr lang="en-US"/>
        </a:p>
      </dgm:t>
    </dgm:pt>
    <dgm:pt modelId="{3BEAF12C-D786-4B5F-88BB-E0279A069CF2}">
      <dgm:prSet/>
      <dgm:spPr/>
      <dgm:t>
        <a:bodyPr/>
        <a:lstStyle/>
        <a:p>
          <a:r>
            <a:rPr lang="en-US"/>
            <a:t>Warehouse utilization.</a:t>
          </a:r>
        </a:p>
      </dgm:t>
    </dgm:pt>
    <dgm:pt modelId="{299CC18E-7A9B-4FED-A9E7-E09AA4B03411}" type="parTrans" cxnId="{AEBEACD1-17E8-4216-8217-93CB2D864C26}">
      <dgm:prSet/>
      <dgm:spPr/>
      <dgm:t>
        <a:bodyPr/>
        <a:lstStyle/>
        <a:p>
          <a:endParaRPr lang="en-US"/>
        </a:p>
      </dgm:t>
    </dgm:pt>
    <dgm:pt modelId="{48811005-EDF4-4B38-86EA-EEF29A31C630}" type="sibTrans" cxnId="{AEBEACD1-17E8-4216-8217-93CB2D864C26}">
      <dgm:prSet/>
      <dgm:spPr/>
      <dgm:t>
        <a:bodyPr/>
        <a:lstStyle/>
        <a:p>
          <a:endParaRPr lang="en-US"/>
        </a:p>
      </dgm:t>
    </dgm:pt>
    <dgm:pt modelId="{A45E1828-C482-41CF-B9C5-589F96390F93}" type="pres">
      <dgm:prSet presAssocID="{C1C27124-1E8C-4B74-BB6C-4E37E14564FE}" presName="root" presStyleCnt="0">
        <dgm:presLayoutVars>
          <dgm:dir/>
          <dgm:resizeHandles val="exact"/>
        </dgm:presLayoutVars>
      </dgm:prSet>
      <dgm:spPr/>
    </dgm:pt>
    <dgm:pt modelId="{EA10AF69-9F62-497A-8D15-674A899C2299}" type="pres">
      <dgm:prSet presAssocID="{084959D4-BD95-44AE-BAE7-1DFCFDF56FDC}" presName="compNode" presStyleCnt="0"/>
      <dgm:spPr/>
    </dgm:pt>
    <dgm:pt modelId="{65A9AC7C-A940-4833-8166-EC0773FAE25B}" type="pres">
      <dgm:prSet presAssocID="{084959D4-BD95-44AE-BAE7-1DFCFDF56FD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F17FC929-B939-4C09-9D3B-6D6342BD5E83}" type="pres">
      <dgm:prSet presAssocID="{084959D4-BD95-44AE-BAE7-1DFCFDF56FDC}" presName="spaceRect" presStyleCnt="0"/>
      <dgm:spPr/>
    </dgm:pt>
    <dgm:pt modelId="{2E3BEF02-1B30-41F3-9739-836773B121DC}" type="pres">
      <dgm:prSet presAssocID="{084959D4-BD95-44AE-BAE7-1DFCFDF56FDC}" presName="textRect" presStyleLbl="revTx" presStyleIdx="0" presStyleCnt="4">
        <dgm:presLayoutVars>
          <dgm:chMax val="1"/>
          <dgm:chPref val="1"/>
        </dgm:presLayoutVars>
      </dgm:prSet>
      <dgm:spPr/>
    </dgm:pt>
    <dgm:pt modelId="{5D94B192-4F31-4B30-851F-F7387E0295ED}" type="pres">
      <dgm:prSet presAssocID="{D36E93DB-8BE6-4B02-9EA3-A3BAB3411C90}" presName="sibTrans" presStyleCnt="0"/>
      <dgm:spPr/>
    </dgm:pt>
    <dgm:pt modelId="{CDE4EA2C-A995-4239-B7D9-35365C5C33FA}" type="pres">
      <dgm:prSet presAssocID="{98CE0DF3-D8D3-412B-9C9F-9B7915FD3E27}" presName="compNode" presStyleCnt="0"/>
      <dgm:spPr/>
    </dgm:pt>
    <dgm:pt modelId="{286750DD-DA96-4D94-9AEA-D874406547CC}" type="pres">
      <dgm:prSet presAssocID="{98CE0DF3-D8D3-412B-9C9F-9B7915FD3E2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186660C7-2275-482A-9588-097DB8E20C78}" type="pres">
      <dgm:prSet presAssocID="{98CE0DF3-D8D3-412B-9C9F-9B7915FD3E27}" presName="spaceRect" presStyleCnt="0"/>
      <dgm:spPr/>
    </dgm:pt>
    <dgm:pt modelId="{E5BAE71B-76D1-4CAA-93A0-9F282EF2F172}" type="pres">
      <dgm:prSet presAssocID="{98CE0DF3-D8D3-412B-9C9F-9B7915FD3E27}" presName="textRect" presStyleLbl="revTx" presStyleIdx="1" presStyleCnt="4">
        <dgm:presLayoutVars>
          <dgm:chMax val="1"/>
          <dgm:chPref val="1"/>
        </dgm:presLayoutVars>
      </dgm:prSet>
      <dgm:spPr/>
    </dgm:pt>
    <dgm:pt modelId="{BB401D4B-3E81-428E-B570-B63840132AE9}" type="pres">
      <dgm:prSet presAssocID="{E0A759D4-C14D-498D-A400-120083299B0E}" presName="sibTrans" presStyleCnt="0"/>
      <dgm:spPr/>
    </dgm:pt>
    <dgm:pt modelId="{44B5D135-7C38-4433-8636-C221BC07318C}" type="pres">
      <dgm:prSet presAssocID="{E5032397-D900-4E32-93D5-3AAC51180339}" presName="compNode" presStyleCnt="0"/>
      <dgm:spPr/>
    </dgm:pt>
    <dgm:pt modelId="{24BF6A90-302E-476B-9EB5-198823656AB9}" type="pres">
      <dgm:prSet presAssocID="{E5032397-D900-4E32-93D5-3AAC5118033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3E52E404-7DD8-491B-A6EB-9AEB33CBF9A1}" type="pres">
      <dgm:prSet presAssocID="{E5032397-D900-4E32-93D5-3AAC51180339}" presName="spaceRect" presStyleCnt="0"/>
      <dgm:spPr/>
    </dgm:pt>
    <dgm:pt modelId="{332139F2-5F10-4A56-8608-E96A8F9DDFE9}" type="pres">
      <dgm:prSet presAssocID="{E5032397-D900-4E32-93D5-3AAC51180339}" presName="textRect" presStyleLbl="revTx" presStyleIdx="2" presStyleCnt="4">
        <dgm:presLayoutVars>
          <dgm:chMax val="1"/>
          <dgm:chPref val="1"/>
        </dgm:presLayoutVars>
      </dgm:prSet>
      <dgm:spPr/>
    </dgm:pt>
    <dgm:pt modelId="{F0CAB58E-EA9A-495E-8F47-96AE267DA6E1}" type="pres">
      <dgm:prSet presAssocID="{2E50FDA2-6E7C-4BAA-BE5B-96CD8DB5F158}" presName="sibTrans" presStyleCnt="0"/>
      <dgm:spPr/>
    </dgm:pt>
    <dgm:pt modelId="{FC13A195-32E6-44BD-80E9-776DF78F0D6B}" type="pres">
      <dgm:prSet presAssocID="{3BEAF12C-D786-4B5F-88BB-E0279A069CF2}" presName="compNode" presStyleCnt="0"/>
      <dgm:spPr/>
    </dgm:pt>
    <dgm:pt modelId="{9E75B253-86D1-4A55-8424-F010110DBA9E}" type="pres">
      <dgm:prSet presAssocID="{3BEAF12C-D786-4B5F-88BB-E0279A069CF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3A495E03-6A76-4076-ABCC-900694A3F94F}" type="pres">
      <dgm:prSet presAssocID="{3BEAF12C-D786-4B5F-88BB-E0279A069CF2}" presName="spaceRect" presStyleCnt="0"/>
      <dgm:spPr/>
    </dgm:pt>
    <dgm:pt modelId="{9D884CF9-0B81-4D68-A432-C1A69CA031EE}" type="pres">
      <dgm:prSet presAssocID="{3BEAF12C-D786-4B5F-88BB-E0279A069C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49FBB01-18D9-494A-B229-7EDCB749A5E0}" type="presOf" srcId="{C1C27124-1E8C-4B74-BB6C-4E37E14564FE}" destId="{A45E1828-C482-41CF-B9C5-589F96390F93}" srcOrd="0" destOrd="0" presId="urn:microsoft.com/office/officeart/2018/2/layout/IconLabelList"/>
    <dgm:cxn modelId="{9E64700E-1A9D-4E30-84FD-B3D1AAB0B843}" type="presOf" srcId="{084959D4-BD95-44AE-BAE7-1DFCFDF56FDC}" destId="{2E3BEF02-1B30-41F3-9739-836773B121DC}" srcOrd="0" destOrd="0" presId="urn:microsoft.com/office/officeart/2018/2/layout/IconLabelList"/>
    <dgm:cxn modelId="{A1D1077D-BD35-47A3-8C5E-970E8278FF3E}" type="presOf" srcId="{3BEAF12C-D786-4B5F-88BB-E0279A069CF2}" destId="{9D884CF9-0B81-4D68-A432-C1A69CA031EE}" srcOrd="0" destOrd="0" presId="urn:microsoft.com/office/officeart/2018/2/layout/IconLabelList"/>
    <dgm:cxn modelId="{B6D6D5A4-5E11-4DB9-81C9-FDD2ABD78695}" type="presOf" srcId="{E5032397-D900-4E32-93D5-3AAC51180339}" destId="{332139F2-5F10-4A56-8608-E96A8F9DDFE9}" srcOrd="0" destOrd="0" presId="urn:microsoft.com/office/officeart/2018/2/layout/IconLabelList"/>
    <dgm:cxn modelId="{E84A24A9-4EE1-4C76-B5E5-1F13C93427F9}" type="presOf" srcId="{98CE0DF3-D8D3-412B-9C9F-9B7915FD3E27}" destId="{E5BAE71B-76D1-4CAA-93A0-9F282EF2F172}" srcOrd="0" destOrd="0" presId="urn:microsoft.com/office/officeart/2018/2/layout/IconLabelList"/>
    <dgm:cxn modelId="{7F997CAC-5893-4A9A-AE91-12BEE849FB78}" srcId="{C1C27124-1E8C-4B74-BB6C-4E37E14564FE}" destId="{98CE0DF3-D8D3-412B-9C9F-9B7915FD3E27}" srcOrd="1" destOrd="0" parTransId="{3A4D47FC-26BD-4DD1-8E05-74E5B5A73311}" sibTransId="{E0A759D4-C14D-498D-A400-120083299B0E}"/>
    <dgm:cxn modelId="{AEBEACD1-17E8-4216-8217-93CB2D864C26}" srcId="{C1C27124-1E8C-4B74-BB6C-4E37E14564FE}" destId="{3BEAF12C-D786-4B5F-88BB-E0279A069CF2}" srcOrd="3" destOrd="0" parTransId="{299CC18E-7A9B-4FED-A9E7-E09AA4B03411}" sibTransId="{48811005-EDF4-4B38-86EA-EEF29A31C630}"/>
    <dgm:cxn modelId="{2BEDBDDA-1B32-457A-BAB6-89FDE9EF58D7}" srcId="{C1C27124-1E8C-4B74-BB6C-4E37E14564FE}" destId="{E5032397-D900-4E32-93D5-3AAC51180339}" srcOrd="2" destOrd="0" parTransId="{0F3FE795-0557-4049-8697-428B28CBCEE2}" sibTransId="{2E50FDA2-6E7C-4BAA-BE5B-96CD8DB5F158}"/>
    <dgm:cxn modelId="{FA8A70E4-525F-43B1-8B11-5353C233AAC6}" srcId="{C1C27124-1E8C-4B74-BB6C-4E37E14564FE}" destId="{084959D4-BD95-44AE-BAE7-1DFCFDF56FDC}" srcOrd="0" destOrd="0" parTransId="{FE3844E4-D4C2-4249-AD75-E558781A982C}" sibTransId="{D36E93DB-8BE6-4B02-9EA3-A3BAB3411C90}"/>
    <dgm:cxn modelId="{FA1CB443-6992-4085-A35B-779489C5A514}" type="presParOf" srcId="{A45E1828-C482-41CF-B9C5-589F96390F93}" destId="{EA10AF69-9F62-497A-8D15-674A899C2299}" srcOrd="0" destOrd="0" presId="urn:microsoft.com/office/officeart/2018/2/layout/IconLabelList"/>
    <dgm:cxn modelId="{72035B5D-A99A-4E2B-93A0-07F3B3BDCC59}" type="presParOf" srcId="{EA10AF69-9F62-497A-8D15-674A899C2299}" destId="{65A9AC7C-A940-4833-8166-EC0773FAE25B}" srcOrd="0" destOrd="0" presId="urn:microsoft.com/office/officeart/2018/2/layout/IconLabelList"/>
    <dgm:cxn modelId="{F039F912-4F54-4F05-A539-CDC4421FB38E}" type="presParOf" srcId="{EA10AF69-9F62-497A-8D15-674A899C2299}" destId="{F17FC929-B939-4C09-9D3B-6D6342BD5E83}" srcOrd="1" destOrd="0" presId="urn:microsoft.com/office/officeart/2018/2/layout/IconLabelList"/>
    <dgm:cxn modelId="{9B445530-CD29-4FC9-913F-DA4D8966AB69}" type="presParOf" srcId="{EA10AF69-9F62-497A-8D15-674A899C2299}" destId="{2E3BEF02-1B30-41F3-9739-836773B121DC}" srcOrd="2" destOrd="0" presId="urn:microsoft.com/office/officeart/2018/2/layout/IconLabelList"/>
    <dgm:cxn modelId="{0612E1C2-A97B-489E-991D-624CFC75B910}" type="presParOf" srcId="{A45E1828-C482-41CF-B9C5-589F96390F93}" destId="{5D94B192-4F31-4B30-851F-F7387E0295ED}" srcOrd="1" destOrd="0" presId="urn:microsoft.com/office/officeart/2018/2/layout/IconLabelList"/>
    <dgm:cxn modelId="{1BB2AE0C-2F50-4EE2-ACD9-2FFAE01AF62D}" type="presParOf" srcId="{A45E1828-C482-41CF-B9C5-589F96390F93}" destId="{CDE4EA2C-A995-4239-B7D9-35365C5C33FA}" srcOrd="2" destOrd="0" presId="urn:microsoft.com/office/officeart/2018/2/layout/IconLabelList"/>
    <dgm:cxn modelId="{47D58EC9-E5C7-4845-B13C-FE3FA8E8F1FB}" type="presParOf" srcId="{CDE4EA2C-A995-4239-B7D9-35365C5C33FA}" destId="{286750DD-DA96-4D94-9AEA-D874406547CC}" srcOrd="0" destOrd="0" presId="urn:microsoft.com/office/officeart/2018/2/layout/IconLabelList"/>
    <dgm:cxn modelId="{8C5B517F-AD4B-44BD-BF91-DC33224174D6}" type="presParOf" srcId="{CDE4EA2C-A995-4239-B7D9-35365C5C33FA}" destId="{186660C7-2275-482A-9588-097DB8E20C78}" srcOrd="1" destOrd="0" presId="urn:microsoft.com/office/officeart/2018/2/layout/IconLabelList"/>
    <dgm:cxn modelId="{7CF105EF-C4A4-495B-99AE-C90A1640DD1A}" type="presParOf" srcId="{CDE4EA2C-A995-4239-B7D9-35365C5C33FA}" destId="{E5BAE71B-76D1-4CAA-93A0-9F282EF2F172}" srcOrd="2" destOrd="0" presId="urn:microsoft.com/office/officeart/2018/2/layout/IconLabelList"/>
    <dgm:cxn modelId="{BF3DF23F-8CDD-49AE-BE40-F19A9DDBA553}" type="presParOf" srcId="{A45E1828-C482-41CF-B9C5-589F96390F93}" destId="{BB401D4B-3E81-428E-B570-B63840132AE9}" srcOrd="3" destOrd="0" presId="urn:microsoft.com/office/officeart/2018/2/layout/IconLabelList"/>
    <dgm:cxn modelId="{A7399946-F2E9-44C3-9EB8-164B8F04EFD9}" type="presParOf" srcId="{A45E1828-C482-41CF-B9C5-589F96390F93}" destId="{44B5D135-7C38-4433-8636-C221BC07318C}" srcOrd="4" destOrd="0" presId="urn:microsoft.com/office/officeart/2018/2/layout/IconLabelList"/>
    <dgm:cxn modelId="{A65D1051-AB05-4400-8AA7-3A51DBFEA551}" type="presParOf" srcId="{44B5D135-7C38-4433-8636-C221BC07318C}" destId="{24BF6A90-302E-476B-9EB5-198823656AB9}" srcOrd="0" destOrd="0" presId="urn:microsoft.com/office/officeart/2018/2/layout/IconLabelList"/>
    <dgm:cxn modelId="{9BA06C80-C538-46C9-B9C8-C332AEDCDE91}" type="presParOf" srcId="{44B5D135-7C38-4433-8636-C221BC07318C}" destId="{3E52E404-7DD8-491B-A6EB-9AEB33CBF9A1}" srcOrd="1" destOrd="0" presId="urn:microsoft.com/office/officeart/2018/2/layout/IconLabelList"/>
    <dgm:cxn modelId="{73A1A171-EF64-4804-81C1-C8C4C58818B7}" type="presParOf" srcId="{44B5D135-7C38-4433-8636-C221BC07318C}" destId="{332139F2-5F10-4A56-8608-E96A8F9DDFE9}" srcOrd="2" destOrd="0" presId="urn:microsoft.com/office/officeart/2018/2/layout/IconLabelList"/>
    <dgm:cxn modelId="{1075410C-E14F-439F-90F8-183F124ADC52}" type="presParOf" srcId="{A45E1828-C482-41CF-B9C5-589F96390F93}" destId="{F0CAB58E-EA9A-495E-8F47-96AE267DA6E1}" srcOrd="5" destOrd="0" presId="urn:microsoft.com/office/officeart/2018/2/layout/IconLabelList"/>
    <dgm:cxn modelId="{5E34C9B4-3341-42AC-85E8-E3040DEC47F0}" type="presParOf" srcId="{A45E1828-C482-41CF-B9C5-589F96390F93}" destId="{FC13A195-32E6-44BD-80E9-776DF78F0D6B}" srcOrd="6" destOrd="0" presId="urn:microsoft.com/office/officeart/2018/2/layout/IconLabelList"/>
    <dgm:cxn modelId="{F109C1BB-4E04-4D01-BD5D-2AC9BC61A4FE}" type="presParOf" srcId="{FC13A195-32E6-44BD-80E9-776DF78F0D6B}" destId="{9E75B253-86D1-4A55-8424-F010110DBA9E}" srcOrd="0" destOrd="0" presId="urn:microsoft.com/office/officeart/2018/2/layout/IconLabelList"/>
    <dgm:cxn modelId="{AF581ED9-EFA1-4BB2-8B71-DBF8A96305F6}" type="presParOf" srcId="{FC13A195-32E6-44BD-80E9-776DF78F0D6B}" destId="{3A495E03-6A76-4076-ABCC-900694A3F94F}" srcOrd="1" destOrd="0" presId="urn:microsoft.com/office/officeart/2018/2/layout/IconLabelList"/>
    <dgm:cxn modelId="{011CE9FE-6CE6-4393-9EE4-7167BCFCB941}" type="presParOf" srcId="{FC13A195-32E6-44BD-80E9-776DF78F0D6B}" destId="{9D884CF9-0B81-4D68-A432-C1A69CA031E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862C8D-AD77-47FD-B669-641F382B7D1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6CEE72-56DD-4ED3-86C4-73D5FD5D4A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analysis identifies delays, route inefficiencies, warehouse bottlenecks, agent performance gaps, and shipment risks.</a:t>
          </a:r>
        </a:p>
      </dgm:t>
    </dgm:pt>
    <dgm:pt modelId="{E3428A0C-408E-4E12-A614-26E8BD7B2AD7}" type="parTrans" cxnId="{D5EA1127-C744-404D-A324-D60484285AED}">
      <dgm:prSet/>
      <dgm:spPr/>
      <dgm:t>
        <a:bodyPr/>
        <a:lstStyle/>
        <a:p>
          <a:endParaRPr lang="en-US"/>
        </a:p>
      </dgm:t>
    </dgm:pt>
    <dgm:pt modelId="{E835F599-1421-4945-9428-30505D2DC498}" type="sibTrans" cxnId="{D5EA1127-C744-404D-A324-D60484285AED}">
      <dgm:prSet/>
      <dgm:spPr/>
      <dgm:t>
        <a:bodyPr/>
        <a:lstStyle/>
        <a:p>
          <a:endParaRPr lang="en-US"/>
        </a:p>
      </dgm:t>
    </dgm:pt>
    <dgm:pt modelId="{982715A3-B920-40FA-84E2-021AE852C9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Route and warehouse rankings help management prioritize resources.</a:t>
          </a:r>
        </a:p>
      </dgm:t>
    </dgm:pt>
    <dgm:pt modelId="{1041CC13-85E4-4679-BF92-CB2C6AA47BE1}" type="parTrans" cxnId="{B8B3B174-011E-480A-8E3E-80BAF01F5EDE}">
      <dgm:prSet/>
      <dgm:spPr/>
      <dgm:t>
        <a:bodyPr/>
        <a:lstStyle/>
        <a:p>
          <a:endParaRPr lang="en-US"/>
        </a:p>
      </dgm:t>
    </dgm:pt>
    <dgm:pt modelId="{B0A81DB1-07F3-49AE-8331-F71C9EAF5808}" type="sibTrans" cxnId="{B8B3B174-011E-480A-8E3E-80BAF01F5EDE}">
      <dgm:prSet/>
      <dgm:spPr/>
      <dgm:t>
        <a:bodyPr/>
        <a:lstStyle/>
        <a:p>
          <a:endParaRPr lang="en-US"/>
        </a:p>
      </dgm:t>
    </dgm:pt>
    <dgm:pt modelId="{8BAAEA9C-1069-40FB-9FAE-5B26665502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On-time delivery and utilization KPIs support continuous performance monitoring.</a:t>
          </a:r>
        </a:p>
      </dgm:t>
    </dgm:pt>
    <dgm:pt modelId="{5189E400-3935-4447-9A45-846594AFA92C}" type="parTrans" cxnId="{9D86D73C-C512-4FDD-B2AD-5820DAC049D3}">
      <dgm:prSet/>
      <dgm:spPr/>
      <dgm:t>
        <a:bodyPr/>
        <a:lstStyle/>
        <a:p>
          <a:endParaRPr lang="en-US"/>
        </a:p>
      </dgm:t>
    </dgm:pt>
    <dgm:pt modelId="{0D65104F-F135-4858-9BF8-24B728AE08F5}" type="sibTrans" cxnId="{9D86D73C-C512-4FDD-B2AD-5820DAC049D3}">
      <dgm:prSet/>
      <dgm:spPr/>
      <dgm:t>
        <a:bodyPr/>
        <a:lstStyle/>
        <a:p>
          <a:endParaRPr lang="en-US"/>
        </a:p>
      </dgm:t>
    </dgm:pt>
    <dgm:pt modelId="{3D77972D-7721-45B8-BA04-73104CCFE2A2}" type="pres">
      <dgm:prSet presAssocID="{00862C8D-AD77-47FD-B669-641F382B7D12}" presName="root" presStyleCnt="0">
        <dgm:presLayoutVars>
          <dgm:dir/>
          <dgm:resizeHandles val="exact"/>
        </dgm:presLayoutVars>
      </dgm:prSet>
      <dgm:spPr/>
    </dgm:pt>
    <dgm:pt modelId="{C9DF563F-EA60-4223-8E21-59C4067B6781}" type="pres">
      <dgm:prSet presAssocID="{FD6CEE72-56DD-4ED3-86C4-73D5FD5D4A6E}" presName="compNode" presStyleCnt="0"/>
      <dgm:spPr/>
    </dgm:pt>
    <dgm:pt modelId="{6797F03B-40DA-419A-8BD6-B06AFEC5D4CE}" type="pres">
      <dgm:prSet presAssocID="{FD6CEE72-56DD-4ED3-86C4-73D5FD5D4A6E}" presName="bgRect" presStyleLbl="bgShp" presStyleIdx="0" presStyleCnt="3"/>
      <dgm:spPr/>
    </dgm:pt>
    <dgm:pt modelId="{319C7BD3-C9E0-4138-A940-3B8A76ACA8C6}" type="pres">
      <dgm:prSet presAssocID="{FD6CEE72-56DD-4ED3-86C4-73D5FD5D4A6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A271674-E0FE-4823-81F0-11AA0B697E4C}" type="pres">
      <dgm:prSet presAssocID="{FD6CEE72-56DD-4ED3-86C4-73D5FD5D4A6E}" presName="spaceRect" presStyleCnt="0"/>
      <dgm:spPr/>
    </dgm:pt>
    <dgm:pt modelId="{AFDF008E-CF3A-4149-A614-5F1BE08338F3}" type="pres">
      <dgm:prSet presAssocID="{FD6CEE72-56DD-4ED3-86C4-73D5FD5D4A6E}" presName="parTx" presStyleLbl="revTx" presStyleIdx="0" presStyleCnt="3">
        <dgm:presLayoutVars>
          <dgm:chMax val="0"/>
          <dgm:chPref val="0"/>
        </dgm:presLayoutVars>
      </dgm:prSet>
      <dgm:spPr/>
    </dgm:pt>
    <dgm:pt modelId="{32F521FA-4EE3-4723-AB3D-21743066648F}" type="pres">
      <dgm:prSet presAssocID="{E835F599-1421-4945-9428-30505D2DC498}" presName="sibTrans" presStyleCnt="0"/>
      <dgm:spPr/>
    </dgm:pt>
    <dgm:pt modelId="{199D1ECB-F60D-441B-8853-D6D6C206705A}" type="pres">
      <dgm:prSet presAssocID="{982715A3-B920-40FA-84E2-021AE852C958}" presName="compNode" presStyleCnt="0"/>
      <dgm:spPr/>
    </dgm:pt>
    <dgm:pt modelId="{7F30E057-000D-4C4C-9D39-4DB87E6864BE}" type="pres">
      <dgm:prSet presAssocID="{982715A3-B920-40FA-84E2-021AE852C958}" presName="bgRect" presStyleLbl="bgShp" presStyleIdx="1" presStyleCnt="3"/>
      <dgm:spPr/>
    </dgm:pt>
    <dgm:pt modelId="{DD52DBE2-03D6-45A4-902C-3D7368CCD56E}" type="pres">
      <dgm:prSet presAssocID="{982715A3-B920-40FA-84E2-021AE852C95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2C4B455-1CFF-4316-AA65-AADEDF4A8D96}" type="pres">
      <dgm:prSet presAssocID="{982715A3-B920-40FA-84E2-021AE852C958}" presName="spaceRect" presStyleCnt="0"/>
      <dgm:spPr/>
    </dgm:pt>
    <dgm:pt modelId="{9D2BAB48-35AA-4510-BB08-E4FF6597EF9C}" type="pres">
      <dgm:prSet presAssocID="{982715A3-B920-40FA-84E2-021AE852C958}" presName="parTx" presStyleLbl="revTx" presStyleIdx="1" presStyleCnt="3">
        <dgm:presLayoutVars>
          <dgm:chMax val="0"/>
          <dgm:chPref val="0"/>
        </dgm:presLayoutVars>
      </dgm:prSet>
      <dgm:spPr/>
    </dgm:pt>
    <dgm:pt modelId="{BB97A6A4-87F6-4776-AB36-64F28D3E8DD9}" type="pres">
      <dgm:prSet presAssocID="{B0A81DB1-07F3-49AE-8331-F71C9EAF5808}" presName="sibTrans" presStyleCnt="0"/>
      <dgm:spPr/>
    </dgm:pt>
    <dgm:pt modelId="{F3460A0A-F2D6-4778-91F6-8BC4BAF2A4D9}" type="pres">
      <dgm:prSet presAssocID="{8BAAEA9C-1069-40FB-9FAE-5B266655024E}" presName="compNode" presStyleCnt="0"/>
      <dgm:spPr/>
    </dgm:pt>
    <dgm:pt modelId="{E5053722-AE53-45A0-830F-98ED3E5171A3}" type="pres">
      <dgm:prSet presAssocID="{8BAAEA9C-1069-40FB-9FAE-5B266655024E}" presName="bgRect" presStyleLbl="bgShp" presStyleIdx="2" presStyleCnt="3"/>
      <dgm:spPr/>
    </dgm:pt>
    <dgm:pt modelId="{CE606677-5303-4754-A79E-502FA002823B}" type="pres">
      <dgm:prSet presAssocID="{8BAAEA9C-1069-40FB-9FAE-5B266655024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A30C2D94-7B29-4356-A60A-DCE88B33F541}" type="pres">
      <dgm:prSet presAssocID="{8BAAEA9C-1069-40FB-9FAE-5B266655024E}" presName="spaceRect" presStyleCnt="0"/>
      <dgm:spPr/>
    </dgm:pt>
    <dgm:pt modelId="{290F996D-06BD-4E37-A712-642C9FE73836}" type="pres">
      <dgm:prSet presAssocID="{8BAAEA9C-1069-40FB-9FAE-5B266655024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DFEAB23-457D-43F1-9643-16F3B6109EE3}" type="presOf" srcId="{8BAAEA9C-1069-40FB-9FAE-5B266655024E}" destId="{290F996D-06BD-4E37-A712-642C9FE73836}" srcOrd="0" destOrd="0" presId="urn:microsoft.com/office/officeart/2018/2/layout/IconVerticalSolidList"/>
    <dgm:cxn modelId="{D5EA1127-C744-404D-A324-D60484285AED}" srcId="{00862C8D-AD77-47FD-B669-641F382B7D12}" destId="{FD6CEE72-56DD-4ED3-86C4-73D5FD5D4A6E}" srcOrd="0" destOrd="0" parTransId="{E3428A0C-408E-4E12-A614-26E8BD7B2AD7}" sibTransId="{E835F599-1421-4945-9428-30505D2DC498}"/>
    <dgm:cxn modelId="{9D86D73C-C512-4FDD-B2AD-5820DAC049D3}" srcId="{00862C8D-AD77-47FD-B669-641F382B7D12}" destId="{8BAAEA9C-1069-40FB-9FAE-5B266655024E}" srcOrd="2" destOrd="0" parTransId="{5189E400-3935-4447-9A45-846594AFA92C}" sibTransId="{0D65104F-F135-4858-9BF8-24B728AE08F5}"/>
    <dgm:cxn modelId="{7298494D-B731-4B29-93C4-AA580C4F7917}" type="presOf" srcId="{982715A3-B920-40FA-84E2-021AE852C958}" destId="{9D2BAB48-35AA-4510-BB08-E4FF6597EF9C}" srcOrd="0" destOrd="0" presId="urn:microsoft.com/office/officeart/2018/2/layout/IconVerticalSolidList"/>
    <dgm:cxn modelId="{B8B3B174-011E-480A-8E3E-80BAF01F5EDE}" srcId="{00862C8D-AD77-47FD-B669-641F382B7D12}" destId="{982715A3-B920-40FA-84E2-021AE852C958}" srcOrd="1" destOrd="0" parTransId="{1041CC13-85E4-4679-BF92-CB2C6AA47BE1}" sibTransId="{B0A81DB1-07F3-49AE-8331-F71C9EAF5808}"/>
    <dgm:cxn modelId="{B0D78983-6B8D-46F5-9935-A23F97D32C8F}" type="presOf" srcId="{00862C8D-AD77-47FD-B669-641F382B7D12}" destId="{3D77972D-7721-45B8-BA04-73104CCFE2A2}" srcOrd="0" destOrd="0" presId="urn:microsoft.com/office/officeart/2018/2/layout/IconVerticalSolidList"/>
    <dgm:cxn modelId="{151B7196-C498-4666-BE73-B7B4717EB322}" type="presOf" srcId="{FD6CEE72-56DD-4ED3-86C4-73D5FD5D4A6E}" destId="{AFDF008E-CF3A-4149-A614-5F1BE08338F3}" srcOrd="0" destOrd="0" presId="urn:microsoft.com/office/officeart/2018/2/layout/IconVerticalSolidList"/>
    <dgm:cxn modelId="{34CA8533-D68A-4408-87BC-043FD14C3F30}" type="presParOf" srcId="{3D77972D-7721-45B8-BA04-73104CCFE2A2}" destId="{C9DF563F-EA60-4223-8E21-59C4067B6781}" srcOrd="0" destOrd="0" presId="urn:microsoft.com/office/officeart/2018/2/layout/IconVerticalSolidList"/>
    <dgm:cxn modelId="{D572B946-1282-4BC9-B678-9D9A070222AC}" type="presParOf" srcId="{C9DF563F-EA60-4223-8E21-59C4067B6781}" destId="{6797F03B-40DA-419A-8BD6-B06AFEC5D4CE}" srcOrd="0" destOrd="0" presId="urn:microsoft.com/office/officeart/2018/2/layout/IconVerticalSolidList"/>
    <dgm:cxn modelId="{F05D71C9-5E18-4349-BB93-382651633BF3}" type="presParOf" srcId="{C9DF563F-EA60-4223-8E21-59C4067B6781}" destId="{319C7BD3-C9E0-4138-A940-3B8A76ACA8C6}" srcOrd="1" destOrd="0" presId="urn:microsoft.com/office/officeart/2018/2/layout/IconVerticalSolidList"/>
    <dgm:cxn modelId="{6BFC0D10-2396-4E9F-A171-36DE687DA780}" type="presParOf" srcId="{C9DF563F-EA60-4223-8E21-59C4067B6781}" destId="{AA271674-E0FE-4823-81F0-11AA0B697E4C}" srcOrd="2" destOrd="0" presId="urn:microsoft.com/office/officeart/2018/2/layout/IconVerticalSolidList"/>
    <dgm:cxn modelId="{E9197A14-0A3C-474C-8B4F-BEF908823BFA}" type="presParOf" srcId="{C9DF563F-EA60-4223-8E21-59C4067B6781}" destId="{AFDF008E-CF3A-4149-A614-5F1BE08338F3}" srcOrd="3" destOrd="0" presId="urn:microsoft.com/office/officeart/2018/2/layout/IconVerticalSolidList"/>
    <dgm:cxn modelId="{56B2C37B-F7C2-4559-BF32-AA3B1489FCE2}" type="presParOf" srcId="{3D77972D-7721-45B8-BA04-73104CCFE2A2}" destId="{32F521FA-4EE3-4723-AB3D-21743066648F}" srcOrd="1" destOrd="0" presId="urn:microsoft.com/office/officeart/2018/2/layout/IconVerticalSolidList"/>
    <dgm:cxn modelId="{FE2285D8-7BC9-47FD-848D-9131C7A8A14D}" type="presParOf" srcId="{3D77972D-7721-45B8-BA04-73104CCFE2A2}" destId="{199D1ECB-F60D-441B-8853-D6D6C206705A}" srcOrd="2" destOrd="0" presId="urn:microsoft.com/office/officeart/2018/2/layout/IconVerticalSolidList"/>
    <dgm:cxn modelId="{2A918D97-CC51-42C1-A79A-C5AA7BC01D1E}" type="presParOf" srcId="{199D1ECB-F60D-441B-8853-D6D6C206705A}" destId="{7F30E057-000D-4C4C-9D39-4DB87E6864BE}" srcOrd="0" destOrd="0" presId="urn:microsoft.com/office/officeart/2018/2/layout/IconVerticalSolidList"/>
    <dgm:cxn modelId="{E0FDA8A6-A412-4949-A1AF-76D2C79825E7}" type="presParOf" srcId="{199D1ECB-F60D-441B-8853-D6D6C206705A}" destId="{DD52DBE2-03D6-45A4-902C-3D7368CCD56E}" srcOrd="1" destOrd="0" presId="urn:microsoft.com/office/officeart/2018/2/layout/IconVerticalSolidList"/>
    <dgm:cxn modelId="{8F22CB68-CFE6-4F94-BF80-2946922A9229}" type="presParOf" srcId="{199D1ECB-F60D-441B-8853-D6D6C206705A}" destId="{32C4B455-1CFF-4316-AA65-AADEDF4A8D96}" srcOrd="2" destOrd="0" presId="urn:microsoft.com/office/officeart/2018/2/layout/IconVerticalSolidList"/>
    <dgm:cxn modelId="{2F0FABCE-38AC-4AB4-9981-CE50BA0141AD}" type="presParOf" srcId="{199D1ECB-F60D-441B-8853-D6D6C206705A}" destId="{9D2BAB48-35AA-4510-BB08-E4FF6597EF9C}" srcOrd="3" destOrd="0" presId="urn:microsoft.com/office/officeart/2018/2/layout/IconVerticalSolidList"/>
    <dgm:cxn modelId="{88A6EE70-CEA2-4AE2-B0A9-60EBF4309562}" type="presParOf" srcId="{3D77972D-7721-45B8-BA04-73104CCFE2A2}" destId="{BB97A6A4-87F6-4776-AB36-64F28D3E8DD9}" srcOrd="3" destOrd="0" presId="urn:microsoft.com/office/officeart/2018/2/layout/IconVerticalSolidList"/>
    <dgm:cxn modelId="{0BFF8FE8-5868-4541-99DB-34876A915611}" type="presParOf" srcId="{3D77972D-7721-45B8-BA04-73104CCFE2A2}" destId="{F3460A0A-F2D6-4778-91F6-8BC4BAF2A4D9}" srcOrd="4" destOrd="0" presId="urn:microsoft.com/office/officeart/2018/2/layout/IconVerticalSolidList"/>
    <dgm:cxn modelId="{045043DD-80D3-429A-BF67-C86110536B76}" type="presParOf" srcId="{F3460A0A-F2D6-4778-91F6-8BC4BAF2A4D9}" destId="{E5053722-AE53-45A0-830F-98ED3E5171A3}" srcOrd="0" destOrd="0" presId="urn:microsoft.com/office/officeart/2018/2/layout/IconVerticalSolidList"/>
    <dgm:cxn modelId="{E0BA5214-6C18-40A7-A478-1F0190DBF433}" type="presParOf" srcId="{F3460A0A-F2D6-4778-91F6-8BC4BAF2A4D9}" destId="{CE606677-5303-4754-A79E-502FA002823B}" srcOrd="1" destOrd="0" presId="urn:microsoft.com/office/officeart/2018/2/layout/IconVerticalSolidList"/>
    <dgm:cxn modelId="{AB3472DC-EE6C-44A8-BCDA-7C9F5EE85A4F}" type="presParOf" srcId="{F3460A0A-F2D6-4778-91F6-8BC4BAF2A4D9}" destId="{A30C2D94-7B29-4356-A60A-DCE88B33F541}" srcOrd="2" destOrd="0" presId="urn:microsoft.com/office/officeart/2018/2/layout/IconVerticalSolidList"/>
    <dgm:cxn modelId="{0C4479BD-F6FD-4E2E-AE42-4FBD2ABC4A71}" type="presParOf" srcId="{F3460A0A-F2D6-4778-91F6-8BC4BAF2A4D9}" destId="{290F996D-06BD-4E37-A712-642C9FE738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12E30-4B4B-4762-A5E8-C2B4233E7DDA}">
      <dsp:nvSpPr>
        <dsp:cNvPr id="0" name=""/>
        <dsp:cNvSpPr/>
      </dsp:nvSpPr>
      <dsp:spPr>
        <a:xfrm>
          <a:off x="701272" y="2690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Orders: </a:t>
          </a:r>
          <a:endParaRPr lang="en-US" sz="1500" kern="1200"/>
        </a:p>
      </dsp:txBody>
      <dsp:txXfrm>
        <a:off x="701272" y="2690"/>
        <a:ext cx="1639892" cy="983935"/>
      </dsp:txXfrm>
    </dsp:sp>
    <dsp:sp modelId="{891E3310-D6B7-41A0-8B74-84196AD20FB8}">
      <dsp:nvSpPr>
        <dsp:cNvPr id="0" name=""/>
        <dsp:cNvSpPr/>
      </dsp:nvSpPr>
      <dsp:spPr>
        <a:xfrm>
          <a:off x="2505154" y="2690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order-level delivery details.</a:t>
          </a:r>
          <a:endParaRPr lang="en-US" sz="1500" kern="1200"/>
        </a:p>
      </dsp:txBody>
      <dsp:txXfrm>
        <a:off x="2505154" y="2690"/>
        <a:ext cx="1639892" cy="983935"/>
      </dsp:txXfrm>
    </dsp:sp>
    <dsp:sp modelId="{F845BEFD-B386-4C39-9D8E-2AFA9990AE2E}">
      <dsp:nvSpPr>
        <dsp:cNvPr id="0" name=""/>
        <dsp:cNvSpPr/>
      </dsp:nvSpPr>
      <dsp:spPr>
        <a:xfrm>
          <a:off x="701272" y="1150615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Routes:</a:t>
          </a:r>
          <a:endParaRPr lang="en-US" sz="1500" kern="1200"/>
        </a:p>
      </dsp:txBody>
      <dsp:txXfrm>
        <a:off x="701272" y="1150615"/>
        <a:ext cx="1639892" cy="983935"/>
      </dsp:txXfrm>
    </dsp:sp>
    <dsp:sp modelId="{605D134D-B61E-43B9-93C9-0971B9B11EBC}">
      <dsp:nvSpPr>
        <dsp:cNvPr id="0" name=""/>
        <dsp:cNvSpPr/>
      </dsp:nvSpPr>
      <dsp:spPr>
        <a:xfrm>
          <a:off x="2505154" y="1150615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source, destination, distance, transit time.</a:t>
          </a:r>
          <a:endParaRPr lang="en-US" sz="1500" kern="1200"/>
        </a:p>
      </dsp:txBody>
      <dsp:txXfrm>
        <a:off x="2505154" y="1150615"/>
        <a:ext cx="1639892" cy="983935"/>
      </dsp:txXfrm>
    </dsp:sp>
    <dsp:sp modelId="{4E76FB8B-CB05-468B-A68E-05165F594ABC}">
      <dsp:nvSpPr>
        <dsp:cNvPr id="0" name=""/>
        <dsp:cNvSpPr/>
      </dsp:nvSpPr>
      <dsp:spPr>
        <a:xfrm>
          <a:off x="701272" y="2298539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Warehouses:</a:t>
          </a:r>
          <a:endParaRPr lang="en-US" sz="1500" kern="1200"/>
        </a:p>
      </dsp:txBody>
      <dsp:txXfrm>
        <a:off x="701272" y="2298539"/>
        <a:ext cx="1639892" cy="983935"/>
      </dsp:txXfrm>
    </dsp:sp>
    <dsp:sp modelId="{7FC2B692-910B-4105-84CF-CF65AF980C60}">
      <dsp:nvSpPr>
        <dsp:cNvPr id="0" name=""/>
        <dsp:cNvSpPr/>
      </dsp:nvSpPr>
      <dsp:spPr>
        <a:xfrm>
          <a:off x="2505154" y="2298539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hub location and capacity.</a:t>
          </a:r>
          <a:endParaRPr lang="en-US" sz="1500" kern="1200"/>
        </a:p>
      </dsp:txBody>
      <dsp:txXfrm>
        <a:off x="2505154" y="2298539"/>
        <a:ext cx="1639892" cy="983935"/>
      </dsp:txXfrm>
    </dsp:sp>
    <dsp:sp modelId="{4BE7EF23-1C75-4BAB-A002-951DEF5BC0FB}">
      <dsp:nvSpPr>
        <dsp:cNvPr id="0" name=""/>
        <dsp:cNvSpPr/>
      </dsp:nvSpPr>
      <dsp:spPr>
        <a:xfrm>
          <a:off x="701272" y="3446464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Delivery Agents: </a:t>
          </a:r>
          <a:endParaRPr lang="en-US" sz="1500" kern="1200"/>
        </a:p>
      </dsp:txBody>
      <dsp:txXfrm>
        <a:off x="701272" y="3446464"/>
        <a:ext cx="1639892" cy="983935"/>
      </dsp:txXfrm>
    </dsp:sp>
    <dsp:sp modelId="{5A8DE55E-C3D6-41DD-8DDA-588318E8509C}">
      <dsp:nvSpPr>
        <dsp:cNvPr id="0" name=""/>
        <dsp:cNvSpPr/>
      </dsp:nvSpPr>
      <dsp:spPr>
        <a:xfrm>
          <a:off x="2505154" y="3446464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experience and ratings.</a:t>
          </a:r>
          <a:endParaRPr lang="en-US" sz="1500" kern="1200"/>
        </a:p>
      </dsp:txBody>
      <dsp:txXfrm>
        <a:off x="2505154" y="3446464"/>
        <a:ext cx="1639892" cy="983935"/>
      </dsp:txXfrm>
    </dsp:sp>
    <dsp:sp modelId="{E5721A45-C89D-412D-83EA-C1DADD88C815}">
      <dsp:nvSpPr>
        <dsp:cNvPr id="0" name=""/>
        <dsp:cNvSpPr/>
      </dsp:nvSpPr>
      <dsp:spPr>
        <a:xfrm>
          <a:off x="701272" y="4594389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Shipments: </a:t>
          </a:r>
          <a:endParaRPr lang="en-US" sz="1500" kern="1200"/>
        </a:p>
      </dsp:txBody>
      <dsp:txXfrm>
        <a:off x="701272" y="4594389"/>
        <a:ext cx="1639892" cy="983935"/>
      </dsp:txXfrm>
    </dsp:sp>
    <dsp:sp modelId="{A7686227-369E-4102-9847-8F9185853A07}">
      <dsp:nvSpPr>
        <dsp:cNvPr id="0" name=""/>
        <dsp:cNvSpPr/>
      </dsp:nvSpPr>
      <dsp:spPr>
        <a:xfrm>
          <a:off x="2505154" y="4594389"/>
          <a:ext cx="1639892" cy="983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pickup, delivery, status, and delays.</a:t>
          </a:r>
          <a:endParaRPr lang="en-US" sz="1500" kern="1200"/>
        </a:p>
      </dsp:txBody>
      <dsp:txXfrm>
        <a:off x="2505154" y="4594389"/>
        <a:ext cx="1639892" cy="983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9E215-15DC-4548-9DD6-28E836CD1209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B726F-FD4D-42B7-B5B3-9E9C36BE0B21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9662D-FA48-4746-AEDE-7900F9591A49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Remove duplicate </a:t>
          </a:r>
          <a:r>
            <a:rPr lang="en-IN" sz="1700" b="1" kern="1200"/>
            <a:t> </a:t>
          </a:r>
          <a:r>
            <a:rPr lang="en-US" sz="1700" b="1" kern="1200"/>
            <a:t>Order_ID </a:t>
          </a:r>
          <a:r>
            <a:rPr lang="en-IN" sz="1700" b="1" kern="1200"/>
            <a:t> </a:t>
          </a:r>
          <a:r>
            <a:rPr lang="en-US" sz="1700" b="1" kern="1200"/>
            <a:t>and Shipmen_ID</a:t>
          </a:r>
          <a:r>
            <a:rPr lang="en-IN" sz="1700" b="1" kern="1200"/>
            <a:t> </a:t>
          </a:r>
          <a:r>
            <a:rPr lang="en-US" sz="1700" b="1" kern="1200"/>
            <a:t> records.</a:t>
          </a:r>
          <a:endParaRPr lang="en-US" sz="1700" kern="1200"/>
        </a:p>
      </dsp:txBody>
      <dsp:txXfrm>
        <a:off x="100682" y="2684598"/>
        <a:ext cx="2370489" cy="720000"/>
      </dsp:txXfrm>
    </dsp:sp>
    <dsp:sp modelId="{0313A715-F3A3-4BA7-88D2-DA29FEB686F7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7068C-DE89-4E34-8193-CFDA4404518B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EB173-03F7-4B05-887A-8888FF450893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Handle missing </a:t>
          </a:r>
          <a:r>
            <a:rPr lang="en-IN" sz="1700" b="1" kern="1200"/>
            <a:t> </a:t>
          </a:r>
          <a:r>
            <a:rPr lang="en-US" sz="1700" b="1" kern="1200"/>
            <a:t>Delay_Hours</a:t>
          </a:r>
          <a:r>
            <a:rPr lang="en-IN" sz="1700" b="1" kern="1200"/>
            <a:t> </a:t>
          </a:r>
          <a:r>
            <a:rPr lang="en-US" sz="1700" b="1" kern="1200"/>
            <a:t> using route-level averages.</a:t>
          </a:r>
          <a:endParaRPr lang="en-US" sz="1700" kern="1200"/>
        </a:p>
      </dsp:txBody>
      <dsp:txXfrm>
        <a:off x="2886007" y="2684598"/>
        <a:ext cx="2370489" cy="720000"/>
      </dsp:txXfrm>
    </dsp:sp>
    <dsp:sp modelId="{05ADD6D1-0B21-4285-B621-F1EFCBB349F6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E3446B-9EF1-4727-A7F8-95B0D0DDF8CB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6A31D-ABBC-48C1-B8B6-B8C79FAFC32F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Standardize date fields and validate pickup/delivery dates.</a:t>
          </a:r>
          <a:endParaRPr lang="en-US" sz="1700" kern="1200"/>
        </a:p>
      </dsp:txBody>
      <dsp:txXfrm>
        <a:off x="5671332" y="2684598"/>
        <a:ext cx="2370489" cy="720000"/>
      </dsp:txXfrm>
    </dsp:sp>
    <dsp:sp modelId="{5F2DEC5E-C0E4-4AA5-A11B-22F2C7BB7263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8F4544-7C65-4452-B28D-564E2193DE40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A3695-5212-4FEF-AC32-DCB24D501041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Check referential integrity across related tables.</a:t>
          </a:r>
          <a:endParaRPr lang="en-US" sz="1700" kern="1200"/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9BC43-5C23-4A39-91E6-83F25DB5B961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A6636-6245-46F9-84D5-4735666E3F1C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Calculate delivery duration and delay.</a:t>
          </a:r>
        </a:p>
      </dsp:txBody>
      <dsp:txXfrm>
        <a:off x="333914" y="2276522"/>
        <a:ext cx="1800000" cy="720000"/>
      </dsp:txXfrm>
    </dsp:sp>
    <dsp:sp modelId="{7613F838-9864-4936-8657-9E1A138A6AE2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5E8A7-8FC8-4008-A0AF-0945A1EE6051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Find Top 10 delayed routes.</a:t>
          </a:r>
        </a:p>
      </dsp:txBody>
      <dsp:txXfrm>
        <a:off x="2448914" y="2276522"/>
        <a:ext cx="1800000" cy="720000"/>
      </dsp:txXfrm>
    </dsp:sp>
    <dsp:sp modelId="{B9E609C5-0C1B-4CA7-8F02-483E11FA5586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E2B64-0067-4DAE-8DAE-F64ECF6E5770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Rank shipments within warehouses.</a:t>
          </a:r>
        </a:p>
      </dsp:txBody>
      <dsp:txXfrm>
        <a:off x="4563914" y="2276522"/>
        <a:ext cx="1800000" cy="720000"/>
      </dsp:txXfrm>
    </dsp:sp>
    <dsp:sp modelId="{BC528152-3578-4DE8-98BB-99EF1F3F5CF8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EDF91-B8E8-43A0-8A91-44DE8724CF0E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Compare Express and Standard delivery delays.</a:t>
          </a:r>
        </a:p>
      </dsp:txBody>
      <dsp:txXfrm>
        <a:off x="6678914" y="2276522"/>
        <a:ext cx="1800000" cy="720000"/>
      </dsp:txXfrm>
    </dsp:sp>
    <dsp:sp modelId="{CC01C353-ECE6-4029-9554-31C3311B4499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30EF6-CE9D-4ECD-89F1-13A4EA974232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Insight: High-delay routes need operational intervention.</a:t>
          </a:r>
        </a:p>
      </dsp:txBody>
      <dsp:txXfrm>
        <a:off x="8793914" y="227652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5CD83-8B43-4634-81DF-4A80F6BDF42A}">
      <dsp:nvSpPr>
        <dsp:cNvPr id="0" name=""/>
        <dsp:cNvSpPr/>
      </dsp:nvSpPr>
      <dsp:spPr>
        <a:xfrm>
          <a:off x="0" y="42440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2ABF7-1C2D-4FBF-BD00-06E7E0405F6C}">
      <dsp:nvSpPr>
        <dsp:cNvPr id="0" name=""/>
        <dsp:cNvSpPr/>
      </dsp:nvSpPr>
      <dsp:spPr>
        <a:xfrm>
          <a:off x="333341" y="70160"/>
          <a:ext cx="4666783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Average transit time </a:t>
          </a:r>
          <a:endParaRPr lang="en-US" sz="2400" kern="1200"/>
        </a:p>
      </dsp:txBody>
      <dsp:txXfrm>
        <a:off x="367926" y="104745"/>
        <a:ext cx="4597613" cy="639310"/>
      </dsp:txXfrm>
    </dsp:sp>
    <dsp:sp modelId="{D7977684-BA80-4420-A098-9450CF01F7FC}">
      <dsp:nvSpPr>
        <dsp:cNvPr id="0" name=""/>
        <dsp:cNvSpPr/>
      </dsp:nvSpPr>
      <dsp:spPr>
        <a:xfrm>
          <a:off x="0" y="151304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B140C-B1DD-4C2D-8F99-4814F96E820F}">
      <dsp:nvSpPr>
        <dsp:cNvPr id="0" name=""/>
        <dsp:cNvSpPr/>
      </dsp:nvSpPr>
      <dsp:spPr>
        <a:xfrm>
          <a:off x="333341" y="1158800"/>
          <a:ext cx="4666783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Average delay</a:t>
          </a:r>
          <a:endParaRPr lang="en-US" sz="2400" kern="1200"/>
        </a:p>
      </dsp:txBody>
      <dsp:txXfrm>
        <a:off x="367926" y="1193385"/>
        <a:ext cx="4597613" cy="639310"/>
      </dsp:txXfrm>
    </dsp:sp>
    <dsp:sp modelId="{CED5075D-418D-44E2-B2D4-42A202B939B8}">
      <dsp:nvSpPr>
        <dsp:cNvPr id="0" name=""/>
        <dsp:cNvSpPr/>
      </dsp:nvSpPr>
      <dsp:spPr>
        <a:xfrm>
          <a:off x="0" y="260168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41E2B-157B-42FC-8CEA-5105122CA2BD}">
      <dsp:nvSpPr>
        <dsp:cNvPr id="0" name=""/>
        <dsp:cNvSpPr/>
      </dsp:nvSpPr>
      <dsp:spPr>
        <a:xfrm>
          <a:off x="333341" y="2247440"/>
          <a:ext cx="4666783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Efficiency ratio </a:t>
          </a:r>
          <a:endParaRPr lang="en-US" sz="2400" kern="1200"/>
        </a:p>
      </dsp:txBody>
      <dsp:txXfrm>
        <a:off x="367926" y="2282025"/>
        <a:ext cx="4597613" cy="639310"/>
      </dsp:txXfrm>
    </dsp:sp>
    <dsp:sp modelId="{0225CD82-0550-42B7-9678-C4C573AF0EBA}">
      <dsp:nvSpPr>
        <dsp:cNvPr id="0" name=""/>
        <dsp:cNvSpPr/>
      </dsp:nvSpPr>
      <dsp:spPr>
        <a:xfrm>
          <a:off x="0" y="369031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7242E-76F4-4591-9391-874D2C89AAEA}">
      <dsp:nvSpPr>
        <dsp:cNvPr id="0" name=""/>
        <dsp:cNvSpPr/>
      </dsp:nvSpPr>
      <dsp:spPr>
        <a:xfrm>
          <a:off x="333341" y="3336080"/>
          <a:ext cx="4666783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Worst-performing routes</a:t>
          </a:r>
          <a:endParaRPr lang="en-US" sz="2400" kern="1200"/>
        </a:p>
      </dsp:txBody>
      <dsp:txXfrm>
        <a:off x="367926" y="3370665"/>
        <a:ext cx="4597613" cy="639310"/>
      </dsp:txXfrm>
    </dsp:sp>
    <dsp:sp modelId="{E6749F0F-6C89-41EE-80A5-D5AB3FCBFA3B}">
      <dsp:nvSpPr>
        <dsp:cNvPr id="0" name=""/>
        <dsp:cNvSpPr/>
      </dsp:nvSpPr>
      <dsp:spPr>
        <a:xfrm>
          <a:off x="0" y="477895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5D213-A35A-4B52-BD6B-226756624045}">
      <dsp:nvSpPr>
        <dsp:cNvPr id="0" name=""/>
        <dsp:cNvSpPr/>
      </dsp:nvSpPr>
      <dsp:spPr>
        <a:xfrm>
          <a:off x="333341" y="4424719"/>
          <a:ext cx="4666783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Delayed shipment percentage</a:t>
          </a:r>
          <a:endParaRPr lang="en-US" sz="2400" kern="1200"/>
        </a:p>
      </dsp:txBody>
      <dsp:txXfrm>
        <a:off x="367926" y="4459304"/>
        <a:ext cx="4597613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221BE-B788-4072-9344-424095C9E63A}">
      <dsp:nvSpPr>
        <dsp:cNvPr id="0" name=""/>
        <dsp:cNvSpPr/>
      </dsp:nvSpPr>
      <dsp:spPr>
        <a:xfrm>
          <a:off x="652161" y="-65046"/>
          <a:ext cx="3987340" cy="3987340"/>
        </a:xfrm>
        <a:prstGeom prst="circularArrow">
          <a:avLst>
            <a:gd name="adj1" fmla="val 5544"/>
            <a:gd name="adj2" fmla="val 330680"/>
            <a:gd name="adj3" fmla="val 14966426"/>
            <a:gd name="adj4" fmla="val 16696031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63DDF6-1E1F-4CCF-96AB-A2B2F81E1993}">
      <dsp:nvSpPr>
        <dsp:cNvPr id="0" name=""/>
        <dsp:cNvSpPr/>
      </dsp:nvSpPr>
      <dsp:spPr>
        <a:xfrm>
          <a:off x="2227252" y="1214"/>
          <a:ext cx="837157" cy="4185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Warehouse A</a:t>
          </a:r>
          <a:endParaRPr lang="en-US" sz="1000" kern="1200"/>
        </a:p>
      </dsp:txBody>
      <dsp:txXfrm>
        <a:off x="2247685" y="21647"/>
        <a:ext cx="796291" cy="377712"/>
      </dsp:txXfrm>
    </dsp:sp>
    <dsp:sp modelId="{29A6341E-7D29-437C-986D-05FE8A34FF73}">
      <dsp:nvSpPr>
        <dsp:cNvPr id="0" name=""/>
        <dsp:cNvSpPr/>
      </dsp:nvSpPr>
      <dsp:spPr>
        <a:xfrm>
          <a:off x="3146535" y="271140"/>
          <a:ext cx="837157" cy="4185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↓</a:t>
          </a:r>
          <a:endParaRPr lang="en-US" sz="1000" kern="1200"/>
        </a:p>
      </dsp:txBody>
      <dsp:txXfrm>
        <a:off x="3166968" y="291573"/>
        <a:ext cx="796291" cy="377712"/>
      </dsp:txXfrm>
    </dsp:sp>
    <dsp:sp modelId="{F03F1495-85BC-45A5-98E7-44583C21D2C4}">
      <dsp:nvSpPr>
        <dsp:cNvPr id="0" name=""/>
        <dsp:cNvSpPr/>
      </dsp:nvSpPr>
      <dsp:spPr>
        <a:xfrm>
          <a:off x="3773953" y="995218"/>
          <a:ext cx="837157" cy="41857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Route R001</a:t>
          </a:r>
          <a:endParaRPr lang="en-US" sz="1000" kern="1200"/>
        </a:p>
      </dsp:txBody>
      <dsp:txXfrm>
        <a:off x="3794386" y="1015651"/>
        <a:ext cx="796291" cy="377712"/>
      </dsp:txXfrm>
    </dsp:sp>
    <dsp:sp modelId="{89F7ACBB-585C-4271-BC48-C729050231BA}">
      <dsp:nvSpPr>
        <dsp:cNvPr id="0" name=""/>
        <dsp:cNvSpPr/>
      </dsp:nvSpPr>
      <dsp:spPr>
        <a:xfrm>
          <a:off x="3910304" y="1943559"/>
          <a:ext cx="837157" cy="4185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↓</a:t>
          </a:r>
          <a:endParaRPr lang="en-US" sz="1000" kern="1200"/>
        </a:p>
      </dsp:txBody>
      <dsp:txXfrm>
        <a:off x="3930737" y="1963992"/>
        <a:ext cx="796291" cy="377712"/>
      </dsp:txXfrm>
    </dsp:sp>
    <dsp:sp modelId="{BA71EFC0-7B91-463B-9240-24E7C315813B}">
      <dsp:nvSpPr>
        <dsp:cNvPr id="0" name=""/>
        <dsp:cNvSpPr/>
      </dsp:nvSpPr>
      <dsp:spPr>
        <a:xfrm>
          <a:off x="3512297" y="2815071"/>
          <a:ext cx="837157" cy="41857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Warehouse B</a:t>
          </a:r>
          <a:endParaRPr lang="en-US" sz="1000" kern="1200"/>
        </a:p>
      </dsp:txBody>
      <dsp:txXfrm>
        <a:off x="3532730" y="2835504"/>
        <a:ext cx="796291" cy="377712"/>
      </dsp:txXfrm>
    </dsp:sp>
    <dsp:sp modelId="{681966A4-53FB-433C-BBC0-6B823607C3C1}">
      <dsp:nvSpPr>
        <dsp:cNvPr id="0" name=""/>
        <dsp:cNvSpPr/>
      </dsp:nvSpPr>
      <dsp:spPr>
        <a:xfrm>
          <a:off x="2706299" y="3333055"/>
          <a:ext cx="837157" cy="4185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↓</a:t>
          </a:r>
          <a:endParaRPr lang="en-US" sz="1000" kern="1200"/>
        </a:p>
      </dsp:txBody>
      <dsp:txXfrm>
        <a:off x="2726732" y="3353488"/>
        <a:ext cx="796291" cy="377712"/>
      </dsp:txXfrm>
    </dsp:sp>
    <dsp:sp modelId="{076DEF54-E3EF-4363-8476-973DDD7EA01C}">
      <dsp:nvSpPr>
        <dsp:cNvPr id="0" name=""/>
        <dsp:cNvSpPr/>
      </dsp:nvSpPr>
      <dsp:spPr>
        <a:xfrm>
          <a:off x="1748206" y="3333055"/>
          <a:ext cx="837157" cy="4185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Route R002</a:t>
          </a:r>
          <a:endParaRPr lang="en-US" sz="1000" kern="1200"/>
        </a:p>
      </dsp:txBody>
      <dsp:txXfrm>
        <a:off x="1768639" y="3353488"/>
        <a:ext cx="796291" cy="377712"/>
      </dsp:txXfrm>
    </dsp:sp>
    <dsp:sp modelId="{92989E18-FDA9-467E-B5E1-97A1AF602AF4}">
      <dsp:nvSpPr>
        <dsp:cNvPr id="0" name=""/>
        <dsp:cNvSpPr/>
      </dsp:nvSpPr>
      <dsp:spPr>
        <a:xfrm>
          <a:off x="942207" y="2815071"/>
          <a:ext cx="837157" cy="41857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↓</a:t>
          </a:r>
          <a:endParaRPr lang="en-US" sz="1000" kern="1200"/>
        </a:p>
      </dsp:txBody>
      <dsp:txXfrm>
        <a:off x="962640" y="2835504"/>
        <a:ext cx="796291" cy="377712"/>
      </dsp:txXfrm>
    </dsp:sp>
    <dsp:sp modelId="{1AC117D7-E57D-4384-81C9-93E997AE5A12}">
      <dsp:nvSpPr>
        <dsp:cNvPr id="0" name=""/>
        <dsp:cNvSpPr/>
      </dsp:nvSpPr>
      <dsp:spPr>
        <a:xfrm>
          <a:off x="544201" y="1943559"/>
          <a:ext cx="837157" cy="4185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Warehouse C</a:t>
          </a:r>
          <a:endParaRPr lang="en-US" sz="1000" kern="1200"/>
        </a:p>
      </dsp:txBody>
      <dsp:txXfrm>
        <a:off x="564634" y="1963992"/>
        <a:ext cx="796291" cy="377712"/>
      </dsp:txXfrm>
    </dsp:sp>
    <dsp:sp modelId="{B3C5533A-1C49-40D9-A687-A8ECB6710866}">
      <dsp:nvSpPr>
        <dsp:cNvPr id="0" name=""/>
        <dsp:cNvSpPr/>
      </dsp:nvSpPr>
      <dsp:spPr>
        <a:xfrm>
          <a:off x="680552" y="995218"/>
          <a:ext cx="837157" cy="41857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↓</a:t>
          </a:r>
          <a:endParaRPr lang="en-US" sz="1000" kern="1200"/>
        </a:p>
      </dsp:txBody>
      <dsp:txXfrm>
        <a:off x="700985" y="1015651"/>
        <a:ext cx="796291" cy="377712"/>
      </dsp:txXfrm>
    </dsp:sp>
    <dsp:sp modelId="{146D96A1-3B02-4F24-867B-81D7B2B2ECCE}">
      <dsp:nvSpPr>
        <dsp:cNvPr id="0" name=""/>
        <dsp:cNvSpPr/>
      </dsp:nvSpPr>
      <dsp:spPr>
        <a:xfrm>
          <a:off x="1307969" y="271140"/>
          <a:ext cx="837157" cy="4185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Route R003</a:t>
          </a:r>
          <a:endParaRPr lang="en-US" sz="1000" kern="1200"/>
        </a:p>
      </dsp:txBody>
      <dsp:txXfrm>
        <a:off x="1328402" y="291573"/>
        <a:ext cx="796291" cy="3777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DA32E-2A51-49F8-9EE5-29B3A9EE4C13}">
      <dsp:nvSpPr>
        <dsp:cNvPr id="0" name=""/>
        <dsp:cNvSpPr/>
      </dsp:nvSpPr>
      <dsp:spPr>
        <a:xfrm>
          <a:off x="0" y="0"/>
          <a:ext cx="5438831" cy="8151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Find top warehouses by average delay.</a:t>
          </a:r>
        </a:p>
      </dsp:txBody>
      <dsp:txXfrm>
        <a:off x="23875" y="23875"/>
        <a:ext cx="4490342" cy="767397"/>
      </dsp:txXfrm>
    </dsp:sp>
    <dsp:sp modelId="{D89EAA4D-4BB5-43D7-9943-55A2E9E0F59D}">
      <dsp:nvSpPr>
        <dsp:cNvPr id="0" name=""/>
        <dsp:cNvSpPr/>
      </dsp:nvSpPr>
      <dsp:spPr>
        <a:xfrm>
          <a:off x="455502" y="963356"/>
          <a:ext cx="5438831" cy="81514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Compare total versus delayed shipments.</a:t>
          </a:r>
        </a:p>
      </dsp:txBody>
      <dsp:txXfrm>
        <a:off x="479377" y="987231"/>
        <a:ext cx="4405733" cy="767397"/>
      </dsp:txXfrm>
    </dsp:sp>
    <dsp:sp modelId="{444E268D-0305-42E5-9A35-F7A5346501D6}">
      <dsp:nvSpPr>
        <dsp:cNvPr id="0" name=""/>
        <dsp:cNvSpPr/>
      </dsp:nvSpPr>
      <dsp:spPr>
        <a:xfrm>
          <a:off x="904205" y="1926712"/>
          <a:ext cx="5438831" cy="81514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Compare warehouse delay with global average.</a:t>
          </a:r>
        </a:p>
      </dsp:txBody>
      <dsp:txXfrm>
        <a:off x="928080" y="1950587"/>
        <a:ext cx="4412531" cy="767397"/>
      </dsp:txXfrm>
    </dsp:sp>
    <dsp:sp modelId="{99485A15-D38F-4D85-9FF9-A86F23C77462}">
      <dsp:nvSpPr>
        <dsp:cNvPr id="0" name=""/>
        <dsp:cNvSpPr/>
      </dsp:nvSpPr>
      <dsp:spPr>
        <a:xfrm>
          <a:off x="1359707" y="2890069"/>
          <a:ext cx="5438831" cy="81514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Rank warehouses by on-time delivery.</a:t>
          </a:r>
        </a:p>
      </dsp:txBody>
      <dsp:txXfrm>
        <a:off x="1383582" y="2913944"/>
        <a:ext cx="4405733" cy="767397"/>
      </dsp:txXfrm>
    </dsp:sp>
    <dsp:sp modelId="{F40DEE51-0A01-4AE5-9E2C-19B6B57EF25E}">
      <dsp:nvSpPr>
        <dsp:cNvPr id="0" name=""/>
        <dsp:cNvSpPr/>
      </dsp:nvSpPr>
      <dsp:spPr>
        <a:xfrm>
          <a:off x="4908985" y="624329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028200" y="624329"/>
        <a:ext cx="291416" cy="398709"/>
      </dsp:txXfrm>
    </dsp:sp>
    <dsp:sp modelId="{300E1AC0-0988-49BF-8755-741C02D36BC6}">
      <dsp:nvSpPr>
        <dsp:cNvPr id="0" name=""/>
        <dsp:cNvSpPr/>
      </dsp:nvSpPr>
      <dsp:spPr>
        <a:xfrm>
          <a:off x="5364487" y="1587685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483702" y="1587685"/>
        <a:ext cx="291416" cy="398709"/>
      </dsp:txXfrm>
    </dsp:sp>
    <dsp:sp modelId="{061C77AB-567E-4247-8114-877E317F4F90}">
      <dsp:nvSpPr>
        <dsp:cNvPr id="0" name=""/>
        <dsp:cNvSpPr/>
      </dsp:nvSpPr>
      <dsp:spPr>
        <a:xfrm>
          <a:off x="5813190" y="2551041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932405" y="2551041"/>
        <a:ext cx="291416" cy="3987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FAA8B-B733-40C8-B07A-CA361C6FF82B}">
      <dsp:nvSpPr>
        <dsp:cNvPr id="0" name=""/>
        <dsp:cNvSpPr/>
      </dsp:nvSpPr>
      <dsp:spPr>
        <a:xfrm>
          <a:off x="12110" y="870267"/>
          <a:ext cx="2662239" cy="798671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Rank</a:t>
          </a:r>
        </a:p>
      </dsp:txBody>
      <dsp:txXfrm>
        <a:off x="251711" y="870267"/>
        <a:ext cx="2183037" cy="798671"/>
      </dsp:txXfrm>
    </dsp:sp>
    <dsp:sp modelId="{339BC3CE-DA56-4355-A72C-2F4B7BF6E16E}">
      <dsp:nvSpPr>
        <dsp:cNvPr id="0" name=""/>
        <dsp:cNvSpPr/>
      </dsp:nvSpPr>
      <dsp:spPr>
        <a:xfrm>
          <a:off x="12110" y="1668939"/>
          <a:ext cx="2422638" cy="18121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Rank agents by on-time delivery within routes.</a:t>
          </a:r>
        </a:p>
      </dsp:txBody>
      <dsp:txXfrm>
        <a:off x="12110" y="1668939"/>
        <a:ext cx="2422638" cy="1812130"/>
      </dsp:txXfrm>
    </dsp:sp>
    <dsp:sp modelId="{433A89E7-0DC2-4790-B167-7AB718127983}">
      <dsp:nvSpPr>
        <dsp:cNvPr id="0" name=""/>
        <dsp:cNvSpPr/>
      </dsp:nvSpPr>
      <dsp:spPr>
        <a:xfrm>
          <a:off x="2621823" y="870267"/>
          <a:ext cx="2662239" cy="798671"/>
        </a:xfrm>
        <a:prstGeom prst="chevron">
          <a:avLst>
            <a:gd name="adj" fmla="val 3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Identify</a:t>
          </a:r>
        </a:p>
      </dsp:txBody>
      <dsp:txXfrm>
        <a:off x="2861424" y="870267"/>
        <a:ext cx="2183037" cy="798671"/>
      </dsp:txXfrm>
    </dsp:sp>
    <dsp:sp modelId="{2DA5B367-4AB3-4F82-A5F9-4FED8D0324EC}">
      <dsp:nvSpPr>
        <dsp:cNvPr id="0" name=""/>
        <dsp:cNvSpPr/>
      </dsp:nvSpPr>
      <dsp:spPr>
        <a:xfrm>
          <a:off x="2621823" y="1668939"/>
          <a:ext cx="2422638" cy="1812130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Identify agents below 85% on-time.</a:t>
          </a:r>
        </a:p>
      </dsp:txBody>
      <dsp:txXfrm>
        <a:off x="2621823" y="1668939"/>
        <a:ext cx="2422638" cy="1812130"/>
      </dsp:txXfrm>
    </dsp:sp>
    <dsp:sp modelId="{9D8E1483-5898-45D4-AB36-A81A32F0D235}">
      <dsp:nvSpPr>
        <dsp:cNvPr id="0" name=""/>
        <dsp:cNvSpPr/>
      </dsp:nvSpPr>
      <dsp:spPr>
        <a:xfrm>
          <a:off x="5231536" y="870267"/>
          <a:ext cx="2662239" cy="798671"/>
        </a:xfrm>
        <a:prstGeom prst="chevron">
          <a:avLst>
            <a:gd name="adj" fmla="val 3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Compare</a:t>
          </a:r>
        </a:p>
      </dsp:txBody>
      <dsp:txXfrm>
        <a:off x="5471137" y="870267"/>
        <a:ext cx="2183037" cy="798671"/>
      </dsp:txXfrm>
    </dsp:sp>
    <dsp:sp modelId="{16FDEC2F-2E6C-45FE-80C5-EEE1000EB040}">
      <dsp:nvSpPr>
        <dsp:cNvPr id="0" name=""/>
        <dsp:cNvSpPr/>
      </dsp:nvSpPr>
      <dsp:spPr>
        <a:xfrm>
          <a:off x="5231536" y="1668939"/>
          <a:ext cx="2422638" cy="1812130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Compare top and bottom performers.</a:t>
          </a:r>
        </a:p>
      </dsp:txBody>
      <dsp:txXfrm>
        <a:off x="5231536" y="1668939"/>
        <a:ext cx="2422638" cy="1812130"/>
      </dsp:txXfrm>
    </dsp:sp>
    <dsp:sp modelId="{3787B60F-001B-4189-AEC9-D96495F4FE73}">
      <dsp:nvSpPr>
        <dsp:cNvPr id="0" name=""/>
        <dsp:cNvSpPr/>
      </dsp:nvSpPr>
      <dsp:spPr>
        <a:xfrm>
          <a:off x="7841249" y="870267"/>
          <a:ext cx="2662239" cy="798671"/>
        </a:xfrm>
        <a:prstGeom prst="chevron">
          <a:avLst>
            <a:gd name="adj" fmla="val 3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Recommend</a:t>
          </a:r>
        </a:p>
      </dsp:txBody>
      <dsp:txXfrm>
        <a:off x="8080850" y="870267"/>
        <a:ext cx="2183037" cy="798671"/>
      </dsp:txXfrm>
    </dsp:sp>
    <dsp:sp modelId="{D1FAC34B-2987-4E34-98A2-8E3457EB3111}">
      <dsp:nvSpPr>
        <dsp:cNvPr id="0" name=""/>
        <dsp:cNvSpPr/>
      </dsp:nvSpPr>
      <dsp:spPr>
        <a:xfrm>
          <a:off x="7841249" y="1668939"/>
          <a:ext cx="2422638" cy="1812130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Recommend training and workload balancing.</a:t>
          </a:r>
        </a:p>
      </dsp:txBody>
      <dsp:txXfrm>
        <a:off x="7841249" y="1668939"/>
        <a:ext cx="2422638" cy="18121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D929D-3AC6-469B-A5AF-1FFC91DA6565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A288F-7D9C-4F12-A578-485BA1612500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1CAA2-7E67-40C9-A9CE-58A483DE6D75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Review latest shipment status and delivery date.</a:t>
          </a:r>
        </a:p>
      </dsp:txBody>
      <dsp:txXfrm>
        <a:off x="100682" y="2684598"/>
        <a:ext cx="2370489" cy="720000"/>
      </dsp:txXfrm>
    </dsp:sp>
    <dsp:sp modelId="{6BCAFC7C-DE4D-47C0-9088-112D0F4654D7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54FD9-F71C-4AE4-B80F-0E4FDB6ED24C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6CB6B-014A-4325-B0E1-68014299F27A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Identify routes dominated by In Transit or Returned shipments.</a:t>
          </a:r>
        </a:p>
      </dsp:txBody>
      <dsp:txXfrm>
        <a:off x="2886007" y="2684598"/>
        <a:ext cx="2370489" cy="720000"/>
      </dsp:txXfrm>
    </dsp:sp>
    <dsp:sp modelId="{4F8E47B3-8E80-40A1-A101-FD21D31A87C9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BF60C-8F54-4B12-8CC6-266A55C1E8A2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29EAF-4BB9-4844-B4F6-F441324E1F27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Review delay indicators.</a:t>
          </a:r>
        </a:p>
      </dsp:txBody>
      <dsp:txXfrm>
        <a:off x="5671332" y="2684598"/>
        <a:ext cx="2370489" cy="720000"/>
      </dsp:txXfrm>
    </dsp:sp>
    <dsp:sp modelId="{555B0E21-D9FB-4153-8E2A-C92B44ABEF7F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BE7CB-776A-411E-AC89-AAD7ADFC9B95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F14E-EE54-44BB-B9DE-E6BBFB155F45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Investigate delays above 120 hours.</a:t>
          </a:r>
        </a:p>
      </dsp:txBody>
      <dsp:txXfrm>
        <a:off x="8456657" y="2684598"/>
        <a:ext cx="2370489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9AC7C-A940-4833-8166-EC0773FAE25B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BEF02-1B30-41F3-9739-836773B121DC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Average delay by Source_Country.</a:t>
          </a:r>
        </a:p>
      </dsp:txBody>
      <dsp:txXfrm>
        <a:off x="100682" y="2427484"/>
        <a:ext cx="2370489" cy="720000"/>
      </dsp:txXfrm>
    </dsp:sp>
    <dsp:sp modelId="{286750DD-DA96-4D94-9AEA-D874406547CC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AE71B-76D1-4CAA-93A0-9F282EF2F172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On-Time Delivery Percentage.</a:t>
          </a:r>
        </a:p>
      </dsp:txBody>
      <dsp:txXfrm>
        <a:off x="2886007" y="2427484"/>
        <a:ext cx="2370489" cy="720000"/>
      </dsp:txXfrm>
    </dsp:sp>
    <dsp:sp modelId="{24BF6A90-302E-476B-9EB5-198823656AB9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139F2-5F10-4A56-8608-E96A8F9DDFE9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Average delay per Route_ID.</a:t>
          </a:r>
        </a:p>
      </dsp:txBody>
      <dsp:txXfrm>
        <a:off x="5671332" y="2427484"/>
        <a:ext cx="2370489" cy="720000"/>
      </dsp:txXfrm>
    </dsp:sp>
    <dsp:sp modelId="{9E75B253-86D1-4A55-8424-F010110DBA9E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884CF9-0B81-4D68-A432-C1A69CA031EE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Warehouse utilization.</a:t>
          </a:r>
        </a:p>
      </dsp:txBody>
      <dsp:txXfrm>
        <a:off x="8456657" y="2427484"/>
        <a:ext cx="2370489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7F03B-40DA-419A-8BD6-B06AFEC5D4CE}">
      <dsp:nvSpPr>
        <dsp:cNvPr id="0" name=""/>
        <dsp:cNvSpPr/>
      </dsp:nvSpPr>
      <dsp:spPr>
        <a:xfrm>
          <a:off x="0" y="625"/>
          <a:ext cx="484632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C7BD3-C9E0-4138-A940-3B8A76ACA8C6}">
      <dsp:nvSpPr>
        <dsp:cNvPr id="0" name=""/>
        <dsp:cNvSpPr/>
      </dsp:nvSpPr>
      <dsp:spPr>
        <a:xfrm>
          <a:off x="442461" y="329728"/>
          <a:ext cx="804475" cy="804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F008E-CF3A-4149-A614-5F1BE08338F3}">
      <dsp:nvSpPr>
        <dsp:cNvPr id="0" name=""/>
        <dsp:cNvSpPr/>
      </dsp:nvSpPr>
      <dsp:spPr>
        <a:xfrm>
          <a:off x="1689398" y="625"/>
          <a:ext cx="315692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SQL analysis identifies delays, route inefficiencies, warehouse bottlenecks, agent performance gaps, and shipment risks.</a:t>
          </a:r>
        </a:p>
      </dsp:txBody>
      <dsp:txXfrm>
        <a:off x="1689398" y="625"/>
        <a:ext cx="3156921" cy="1462682"/>
      </dsp:txXfrm>
    </dsp:sp>
    <dsp:sp modelId="{7F30E057-000D-4C4C-9D39-4DB87E6864BE}">
      <dsp:nvSpPr>
        <dsp:cNvPr id="0" name=""/>
        <dsp:cNvSpPr/>
      </dsp:nvSpPr>
      <dsp:spPr>
        <a:xfrm>
          <a:off x="0" y="1828978"/>
          <a:ext cx="484632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2DBE2-03D6-45A4-902C-3D7368CCD56E}">
      <dsp:nvSpPr>
        <dsp:cNvPr id="0" name=""/>
        <dsp:cNvSpPr/>
      </dsp:nvSpPr>
      <dsp:spPr>
        <a:xfrm>
          <a:off x="442461" y="2158082"/>
          <a:ext cx="804475" cy="804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BAB48-35AA-4510-BB08-E4FF6597EF9C}">
      <dsp:nvSpPr>
        <dsp:cNvPr id="0" name=""/>
        <dsp:cNvSpPr/>
      </dsp:nvSpPr>
      <dsp:spPr>
        <a:xfrm>
          <a:off x="1689398" y="1828978"/>
          <a:ext cx="315692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Route and warehouse rankings help management prioritize resources.</a:t>
          </a:r>
        </a:p>
      </dsp:txBody>
      <dsp:txXfrm>
        <a:off x="1689398" y="1828978"/>
        <a:ext cx="3156921" cy="1462682"/>
      </dsp:txXfrm>
    </dsp:sp>
    <dsp:sp modelId="{E5053722-AE53-45A0-830F-98ED3E5171A3}">
      <dsp:nvSpPr>
        <dsp:cNvPr id="0" name=""/>
        <dsp:cNvSpPr/>
      </dsp:nvSpPr>
      <dsp:spPr>
        <a:xfrm>
          <a:off x="0" y="3657332"/>
          <a:ext cx="4846320" cy="14626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06677-5303-4754-A79E-502FA002823B}">
      <dsp:nvSpPr>
        <dsp:cNvPr id="0" name=""/>
        <dsp:cNvSpPr/>
      </dsp:nvSpPr>
      <dsp:spPr>
        <a:xfrm>
          <a:off x="442461" y="3986435"/>
          <a:ext cx="804475" cy="804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F996D-06BD-4E37-A712-642C9FE73836}">
      <dsp:nvSpPr>
        <dsp:cNvPr id="0" name=""/>
        <dsp:cNvSpPr/>
      </dsp:nvSpPr>
      <dsp:spPr>
        <a:xfrm>
          <a:off x="1689398" y="3657332"/>
          <a:ext cx="3156921" cy="146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01" tIns="154801" rIns="154801" bIns="15480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On-time delivery and utilization KPIs support continuous performance monitoring.</a:t>
          </a:r>
        </a:p>
      </dsp:txBody>
      <dsp:txXfrm>
        <a:off x="1689398" y="3657332"/>
        <a:ext cx="3156921" cy="14626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D5C67-1F2F-49C9-998E-AA38C76210D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69BAC-94A9-45E7-8E58-32F4358014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028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69BAC-94A9-45E7-8E58-32F4358014E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0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69BAC-94A9-45E7-8E58-32F4358014E5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838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ckroad.com/knowledge-center/route-optimization-for-delivery-companie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ifactoryapp.com/industries/delivery-operations-management/ai-delivery-route-optimization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5e39c96a29c346688257563b73dacd9d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A69DCF-6985-990E-FDAE-A7A83394F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179" r="-4" b="9440"/>
          <a:stretch>
            <a:fillRect/>
          </a:stretch>
        </p:blipFill>
        <p:spPr>
          <a:xfrm>
            <a:off x="-1219" y="-4"/>
            <a:ext cx="12191695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C700D5-9809-43F4-89D5-7DBBCB0DC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81377" y="1386250"/>
            <a:ext cx="4598786" cy="411340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7163242-6303-46DC-BAC1-2A204F06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9573" y="1494845"/>
            <a:ext cx="4354593" cy="386112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05C4C40-D70E-4C4F-B228-98A0A6132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00000" flipH="1">
            <a:off x="987224" y="1122042"/>
            <a:ext cx="4908132" cy="461391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636511" y="1872171"/>
            <a:ext cx="3555692" cy="2042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400" b="1"/>
            </a:pPr>
            <a:r>
              <a:rPr lang="en-US" sz="37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DHL Logistics Optimization for Delivery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9652" y="4058563"/>
            <a:ext cx="2929408" cy="6786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defRPr sz="2200"/>
            </a:pPr>
            <a:r>
              <a: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SQL Analytics Project | MySQL Workbench 8.0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536C0D-2219-44F1-94EC-B9A56501D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6303" y="1122043"/>
            <a:ext cx="4908132" cy="4613915"/>
            <a:chOff x="6516303" y="1122043"/>
            <a:chExt cx="4908132" cy="461391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DF0CCBF-D7FD-451C-92EB-84C362B690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710901" y="1264257"/>
              <a:ext cx="4534335" cy="423539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B1B8EEB-4E8B-43EC-AB8F-F7E2CD968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300000">
              <a:off x="6516303" y="1122043"/>
              <a:ext cx="4908132" cy="461391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6A8D894-2D7F-D3E4-05B3-4478DD885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8798" r="10104" b="1"/>
          <a:stretch>
            <a:fillRect/>
          </a:stretch>
        </p:blipFill>
        <p:spPr>
          <a:xfrm>
            <a:off x="6882275" y="1386254"/>
            <a:ext cx="4228348" cy="3969721"/>
          </a:xfrm>
          <a:custGeom>
            <a:avLst/>
            <a:gdLst/>
            <a:ahLst/>
            <a:cxnLst/>
            <a:rect l="l" t="t" r="r" b="b"/>
            <a:pathLst>
              <a:path w="3952684" h="3588642">
                <a:moveTo>
                  <a:pt x="2262021" y="0"/>
                </a:moveTo>
                <a:cubicBezTo>
                  <a:pt x="2521915" y="0"/>
                  <a:pt x="2761111" y="48268"/>
                  <a:pt x="2973080" y="143330"/>
                </a:cubicBezTo>
                <a:cubicBezTo>
                  <a:pt x="3171733" y="232491"/>
                  <a:pt x="3346211" y="362626"/>
                  <a:pt x="3491678" y="530048"/>
                </a:cubicBezTo>
                <a:cubicBezTo>
                  <a:pt x="3788979" y="872350"/>
                  <a:pt x="3952684" y="1358801"/>
                  <a:pt x="3952684" y="1899831"/>
                </a:cubicBezTo>
                <a:cubicBezTo>
                  <a:pt x="3952684" y="2115686"/>
                  <a:pt x="3889322" y="2288927"/>
                  <a:pt x="3747331" y="2461593"/>
                </a:cubicBezTo>
                <a:cubicBezTo>
                  <a:pt x="3598809" y="2642210"/>
                  <a:pt x="3375643" y="2808567"/>
                  <a:pt x="3139331" y="2984675"/>
                </a:cubicBezTo>
                <a:cubicBezTo>
                  <a:pt x="3095732" y="3017128"/>
                  <a:pt x="3050692" y="3050728"/>
                  <a:pt x="3005652" y="3084736"/>
                </a:cubicBezTo>
                <a:cubicBezTo>
                  <a:pt x="2602495" y="3389096"/>
                  <a:pt x="2308249" y="3588642"/>
                  <a:pt x="1907213" y="3588642"/>
                </a:cubicBezTo>
                <a:cubicBezTo>
                  <a:pt x="1296158" y="3588642"/>
                  <a:pt x="863400" y="3343695"/>
                  <a:pt x="460242" y="2769559"/>
                </a:cubicBezTo>
                <a:cubicBezTo>
                  <a:pt x="407483" y="2694411"/>
                  <a:pt x="355911" y="2626066"/>
                  <a:pt x="306036" y="2560014"/>
                </a:cubicBezTo>
                <a:cubicBezTo>
                  <a:pt x="99326" y="2286139"/>
                  <a:pt x="0" y="2143712"/>
                  <a:pt x="0" y="1899831"/>
                </a:cubicBezTo>
                <a:cubicBezTo>
                  <a:pt x="0" y="1657671"/>
                  <a:pt x="62259" y="1418460"/>
                  <a:pt x="184911" y="1188839"/>
                </a:cubicBezTo>
                <a:cubicBezTo>
                  <a:pt x="304934" y="964216"/>
                  <a:pt x="476527" y="758606"/>
                  <a:pt x="694859" y="577907"/>
                </a:cubicBezTo>
                <a:cubicBezTo>
                  <a:pt x="909458" y="400240"/>
                  <a:pt x="1164345" y="253716"/>
                  <a:pt x="1432127" y="154228"/>
                </a:cubicBezTo>
                <a:cubicBezTo>
                  <a:pt x="1707119" y="51875"/>
                  <a:pt x="1986436" y="0"/>
                  <a:pt x="2262021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179" y="1259924"/>
            <a:ext cx="685849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IN" sz="2400" b="1" dirty="0"/>
              <a:t>Analyze DHL logistics data using SQL.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IN" sz="2400" b="1" dirty="0"/>
              <a:t>Identify shipment delays and inefficient routes.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IN" sz="2400" b="1" dirty="0"/>
              <a:t>Evaluate warehouse and delivery agent performance.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IN" sz="2400" b="1" dirty="0"/>
              <a:t>Track shipment status.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IN" sz="2400" b="1" dirty="0"/>
              <a:t>Generate logistics KPIs.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IN" sz="2400" b="1" dirty="0"/>
              <a:t>Recommend improvements for operational efficiency.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IN" sz="2400" b="1" dirty="0"/>
              <a:t>Video Link</a:t>
            </a:r>
            <a:endParaRPr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&amp; Database Structure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2FD4E48-23AF-714A-7557-D753375E72B4}"/>
              </a:ext>
            </a:extLst>
          </p:cNvPr>
          <p:cNvSpPr/>
          <p:nvPr/>
        </p:nvSpPr>
        <p:spPr>
          <a:xfrm>
            <a:off x="993057" y="1484346"/>
            <a:ext cx="120839" cy="2949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458A2E7-4F33-6F24-5876-9D460D003A6F}"/>
              </a:ext>
            </a:extLst>
          </p:cNvPr>
          <p:cNvSpPr/>
          <p:nvPr/>
        </p:nvSpPr>
        <p:spPr>
          <a:xfrm>
            <a:off x="993056" y="2634971"/>
            <a:ext cx="120839" cy="2949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607C532-A7D1-AEC3-DB17-D6ED83F31AFF}"/>
              </a:ext>
            </a:extLst>
          </p:cNvPr>
          <p:cNvSpPr/>
          <p:nvPr/>
        </p:nvSpPr>
        <p:spPr>
          <a:xfrm>
            <a:off x="993057" y="3785596"/>
            <a:ext cx="120839" cy="2949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C0EAD4F-892D-890C-49FF-A7F44A1192EA}"/>
              </a:ext>
            </a:extLst>
          </p:cNvPr>
          <p:cNvSpPr/>
          <p:nvPr/>
        </p:nvSpPr>
        <p:spPr>
          <a:xfrm>
            <a:off x="993055" y="4920090"/>
            <a:ext cx="120839" cy="2949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4E495A8-DC4B-6228-B307-59EE7EE0F1B3}"/>
              </a:ext>
            </a:extLst>
          </p:cNvPr>
          <p:cNvSpPr/>
          <p:nvPr/>
        </p:nvSpPr>
        <p:spPr>
          <a:xfrm>
            <a:off x="993054" y="5939361"/>
            <a:ext cx="120839" cy="2949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7" name="TextBox 2">
            <a:extLst>
              <a:ext uri="{FF2B5EF4-FFF2-40B4-BE49-F238E27FC236}">
                <a16:creationId xmlns:a16="http://schemas.microsoft.com/office/drawing/2014/main" id="{3DA2112F-3C15-62F4-2409-BCA5F63EF7BD}"/>
              </a:ext>
            </a:extLst>
          </p:cNvPr>
          <p:cNvGraphicFramePr/>
          <p:nvPr/>
        </p:nvGraphicFramePr>
        <p:xfrm>
          <a:off x="594360" y="1143000"/>
          <a:ext cx="4846320" cy="5581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 Task 1 – Data Cleaning &amp; Preparation</a:t>
            </a:r>
          </a:p>
        </p:txBody>
      </p:sp>
      <p:graphicFrame>
        <p:nvGraphicFramePr>
          <p:cNvPr id="38" name="TextBox 2">
            <a:extLst>
              <a:ext uri="{FF2B5EF4-FFF2-40B4-BE49-F238E27FC236}">
                <a16:creationId xmlns:a16="http://schemas.microsoft.com/office/drawing/2014/main" id="{44A99D5A-608E-BA8C-24C5-D2AE7FCE07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29717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ask_1_Q_1.png">
            <a:extLst>
              <a:ext uri="{FF2B5EF4-FFF2-40B4-BE49-F238E27FC236}">
                <a16:creationId xmlns:a16="http://schemas.microsoft.com/office/drawing/2014/main" id="{340E1BCF-2065-0266-BA02-981D9B25A9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04"/>
          <a:stretch>
            <a:fillRect/>
          </a:stretch>
        </p:blipFill>
        <p:spPr>
          <a:xfrm>
            <a:off x="1143019" y="643467"/>
            <a:ext cx="9905961" cy="6092613"/>
          </a:xfrm>
          <a:prstGeom prst="rect">
            <a:avLst/>
          </a:prstGeom>
          <a:ln>
            <a:noFill/>
          </a:ln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3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ask_1_Q_2.png">
            <a:extLst>
              <a:ext uri="{FF2B5EF4-FFF2-40B4-BE49-F238E27FC236}">
                <a16:creationId xmlns:a16="http://schemas.microsoft.com/office/drawing/2014/main" id="{A778AF8E-550B-1B27-75D8-CEFF9164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82"/>
          <a:stretch>
            <a:fillRect/>
          </a:stretch>
        </p:blipFill>
        <p:spPr>
          <a:xfrm>
            <a:off x="1318665" y="309255"/>
            <a:ext cx="9905972" cy="4496426"/>
          </a:xfrm>
          <a:prstGeom prst="rect">
            <a:avLst/>
          </a:prstGeom>
          <a:ln>
            <a:noFill/>
          </a:ln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CCBAC-2D06-0EAA-7FFD-528F905A6563}"/>
              </a:ext>
            </a:extLst>
          </p:cNvPr>
          <p:cNvSpPr txBox="1"/>
          <p:nvPr/>
        </p:nvSpPr>
        <p:spPr>
          <a:xfrm>
            <a:off x="1059180" y="5455242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Insight:</a:t>
            </a:r>
            <a:br>
              <a:rPr lang="en-IN" b="1" dirty="0"/>
            </a:br>
            <a:r>
              <a:rPr lang="en-IN" b="1" dirty="0"/>
              <a:t>The data cleaning process improved data quality and ensured that subsequent logistics analysis was based on reliable records.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17DF2-D7EA-0DA8-6C0B-FD7C4C3A6192}"/>
              </a:ext>
            </a:extLst>
          </p:cNvPr>
          <p:cNvSpPr txBox="1"/>
          <p:nvPr/>
        </p:nvSpPr>
        <p:spPr>
          <a:xfrm>
            <a:off x="1059180" y="4641785"/>
            <a:ext cx="7176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Full SQL query available in the project SQL script.</a:t>
            </a:r>
          </a:p>
        </p:txBody>
      </p:sp>
    </p:spTree>
    <p:extLst>
      <p:ext uri="{BB962C8B-B14F-4D97-AF65-F5344CB8AC3E}">
        <p14:creationId xmlns:p14="http://schemas.microsoft.com/office/powerpoint/2010/main" val="156690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Task 2 – Delivery Delay Analysis</a:t>
            </a:r>
          </a:p>
        </p:txBody>
      </p:sp>
      <p:graphicFrame>
        <p:nvGraphicFramePr>
          <p:cNvPr id="30" name="TextBox 2">
            <a:extLst>
              <a:ext uri="{FF2B5EF4-FFF2-40B4-BE49-F238E27FC236}">
                <a16:creationId xmlns:a16="http://schemas.microsoft.com/office/drawing/2014/main" id="{A47BD007-6BF1-F69C-C3DF-33D98618A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147723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task_2_Q_3.png">
            <a:extLst>
              <a:ext uri="{FF2B5EF4-FFF2-40B4-BE49-F238E27FC236}">
                <a16:creationId xmlns:a16="http://schemas.microsoft.com/office/drawing/2014/main" id="{0EF1BD93-BB2A-1BE3-0F4E-E3504FE12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34" y="1145894"/>
            <a:ext cx="4616434" cy="4560425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ask_2_Q_2.png">
            <a:extLst>
              <a:ext uri="{FF2B5EF4-FFF2-40B4-BE49-F238E27FC236}">
                <a16:creationId xmlns:a16="http://schemas.microsoft.com/office/drawing/2014/main" id="{BF5A381F-9105-D0FD-AD7E-3A1BAE01C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1130469"/>
            <a:ext cx="4644528" cy="456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1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36FA65E-C721-352F-6CA1-713D61573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656897"/>
              </p:ext>
            </p:extLst>
          </p:nvPr>
        </p:nvGraphicFramePr>
        <p:xfrm>
          <a:off x="457200" y="457200"/>
          <a:ext cx="11277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68C697-057C-0DF6-5773-9FF3CBD1E731}"/>
              </a:ext>
            </a:extLst>
          </p:cNvPr>
          <p:cNvSpPr txBox="1"/>
          <p:nvPr/>
        </p:nvSpPr>
        <p:spPr>
          <a:xfrm>
            <a:off x="711200" y="5473115"/>
            <a:ext cx="8087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Insight: Routes with higher average delays should be prioritized for route optimization and operational review.</a:t>
            </a:r>
          </a:p>
        </p:txBody>
      </p:sp>
    </p:spTree>
    <p:extLst>
      <p:ext uri="{BB962C8B-B14F-4D97-AF65-F5344CB8AC3E}">
        <p14:creationId xmlns:p14="http://schemas.microsoft.com/office/powerpoint/2010/main" val="162064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 Task 3 – Route Optimization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1E9D39C8-ED86-5029-8F27-29DB3DC6C6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03268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F19B711-C590-44D1-9AA8-9F143B0E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0C79CF2-6A1C-4636-84CE-ABB2BE191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5D17DF-AD65-402C-A95C-F13C770C9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ask_3_Q_1.png">
            <a:extLst>
              <a:ext uri="{FF2B5EF4-FFF2-40B4-BE49-F238E27FC236}">
                <a16:creationId xmlns:a16="http://schemas.microsoft.com/office/drawing/2014/main" id="{5A00EE0F-5560-9A3E-764F-B8B1BF6FE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77" y="1400537"/>
            <a:ext cx="4814653" cy="4363655"/>
          </a:xfrm>
          <a:prstGeom prst="rect">
            <a:avLst/>
          </a:prstGeom>
        </p:spPr>
      </p:pic>
      <p:pic>
        <p:nvPicPr>
          <p:cNvPr id="5" name="Picture 4" descr="task_3_Q_2.png">
            <a:extLst>
              <a:ext uri="{FF2B5EF4-FFF2-40B4-BE49-F238E27FC236}">
                <a16:creationId xmlns:a16="http://schemas.microsoft.com/office/drawing/2014/main" id="{9B75114A-8B1F-03B0-9AF6-D53A5B55A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3" y="1418248"/>
            <a:ext cx="4814655" cy="434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2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4FA0D3F-5BE0-EE94-1989-5A5DC15713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653635"/>
              </p:ext>
            </p:extLst>
          </p:nvPr>
        </p:nvGraphicFramePr>
        <p:xfrm>
          <a:off x="314960" y="719666"/>
          <a:ext cx="552704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6285DC4-39DA-5364-BEEA-87A872FE1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3211802"/>
              </p:ext>
            </p:extLst>
          </p:nvPr>
        </p:nvGraphicFramePr>
        <p:xfrm>
          <a:off x="233680" y="335280"/>
          <a:ext cx="4785360" cy="632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5F39234-C90F-974A-5A6F-0236B399A0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475237"/>
              </p:ext>
            </p:extLst>
          </p:nvPr>
        </p:nvGraphicFramePr>
        <p:xfrm>
          <a:off x="6096000" y="335280"/>
          <a:ext cx="5933440" cy="5803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43704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D5F29A-08BC-05D9-74DD-8E785EA8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68" r="23229" b="2"/>
          <a:stretch>
            <a:fillRect/>
          </a:stretch>
        </p:blipFill>
        <p:spPr>
          <a:xfrm>
            <a:off x="101601" y="0"/>
            <a:ext cx="6126479" cy="6858001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7389B3D-F0B6-4D11-8EA6-9CF1126A16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6675171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6560FC-AA2E-8B54-D87A-A0E34B2FE6F7}"/>
              </a:ext>
            </a:extLst>
          </p:cNvPr>
          <p:cNvSpPr txBox="1"/>
          <p:nvPr/>
        </p:nvSpPr>
        <p:spPr>
          <a:xfrm>
            <a:off x="2458720" y="155694"/>
            <a:ext cx="337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route-based visual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3137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53733" y="548464"/>
            <a:ext cx="6798541" cy="1675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6. Task 4 – Warehouse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EF10C-E157-4ACC-CED5-7507A299C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1" r="54723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EC2149DB-E57D-976C-D2C7-CB00D8E8E9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4612654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task_4_Q_1.png">
            <a:extLst>
              <a:ext uri="{FF2B5EF4-FFF2-40B4-BE49-F238E27FC236}">
                <a16:creationId xmlns:a16="http://schemas.microsoft.com/office/drawing/2014/main" id="{6092AFE0-42F7-451F-DCCE-77D293AB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77" y="1143296"/>
            <a:ext cx="4616434" cy="423285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ask_3_Q_5.png">
            <a:extLst>
              <a:ext uri="{FF2B5EF4-FFF2-40B4-BE49-F238E27FC236}">
                <a16:creationId xmlns:a16="http://schemas.microsoft.com/office/drawing/2014/main" id="{4AA87945-9045-E9EE-FD13-B2F4C6727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918266"/>
            <a:ext cx="4644528" cy="4021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693DBB-D2B4-68E1-8BE2-4257AC3E9B7D}"/>
              </a:ext>
            </a:extLst>
          </p:cNvPr>
          <p:cNvSpPr txBox="1"/>
          <p:nvPr/>
        </p:nvSpPr>
        <p:spPr>
          <a:xfrm>
            <a:off x="1058976" y="5545427"/>
            <a:ext cx="74852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lang="en-US" sz="1600" b="1" dirty="0"/>
              <a:t>Insight: Weak warehouses require process and resource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778074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BB9EBFC-392E-6D9A-D2F5-BB91EFAF6F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0822576"/>
              </p:ext>
            </p:extLst>
          </p:nvPr>
        </p:nvGraphicFramePr>
        <p:xfrm>
          <a:off x="643467" y="643467"/>
          <a:ext cx="10905066" cy="4375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925E5A-0440-29D4-BA5C-CEBEDC6ACB4C}"/>
              </a:ext>
            </a:extLst>
          </p:cNvPr>
          <p:cNvSpPr txBox="1"/>
          <p:nvPr/>
        </p:nvSpPr>
        <p:spPr>
          <a:xfrm>
            <a:off x="914400" y="5182447"/>
            <a:ext cx="8950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Insight: Warehouses with higher delays or lower on-time performance require process optimization, improved scheduling, and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3312578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D8AF3E-FE5B-3D22-AAF2-DCE60A1BC3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>
                <a:latin typeface="+mj-lt"/>
                <a:ea typeface="+mj-ea"/>
                <a:cs typeface="+mj-cs"/>
              </a:rPr>
              <a:t>7. Task 5 – Delivery Agent Performance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928E353E-A4FA-75E2-115D-D64B4AC001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6694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ask_5_Q_1.png">
            <a:extLst>
              <a:ext uri="{FF2B5EF4-FFF2-40B4-BE49-F238E27FC236}">
                <a16:creationId xmlns:a16="http://schemas.microsoft.com/office/drawing/2014/main" id="{3657789C-3302-F320-DEC4-5E8D857C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56527"/>
            <a:ext cx="5294716" cy="4572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task_5_Q_2.png">
            <a:extLst>
              <a:ext uri="{FF2B5EF4-FFF2-40B4-BE49-F238E27FC236}">
                <a16:creationId xmlns:a16="http://schemas.microsoft.com/office/drawing/2014/main" id="{465878E0-0738-9B80-1C8B-097DF9ED2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018572"/>
            <a:ext cx="5294715" cy="4409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5B42E7-FE7B-1AC4-3117-C3E699756617}"/>
              </a:ext>
            </a:extLst>
          </p:cNvPr>
          <p:cNvSpPr txBox="1"/>
          <p:nvPr/>
        </p:nvSpPr>
        <p:spPr>
          <a:xfrm>
            <a:off x="1021467" y="5733956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lang="en-US" sz="1600" b="1" dirty="0"/>
              <a:t>Insight: High performers can provide benchmarks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2888026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80AE3B-704A-4A89-B2A3-CEBF70390F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54959"/>
              </p:ext>
            </p:extLst>
          </p:nvPr>
        </p:nvGraphicFramePr>
        <p:xfrm>
          <a:off x="990600" y="914400"/>
          <a:ext cx="10134600" cy="496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7066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8. Task 6 – Shipment Tracking Analytics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EB55ED7B-7DEA-2064-B3CD-1AD77A461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55157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task_6_Q_2.png">
            <a:extLst>
              <a:ext uri="{FF2B5EF4-FFF2-40B4-BE49-F238E27FC236}">
                <a16:creationId xmlns:a16="http://schemas.microsoft.com/office/drawing/2014/main" id="{268A1EC1-1E9A-2331-1573-DD819979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965" b="2"/>
          <a:stretch>
            <a:fillRect/>
          </a:stretch>
        </p:blipFill>
        <p:spPr>
          <a:xfrm>
            <a:off x="425387" y="557189"/>
            <a:ext cx="5668684" cy="5380624"/>
          </a:xfrm>
          <a:prstGeom prst="rect">
            <a:avLst/>
          </a:prstGeom>
        </p:spPr>
      </p:pic>
      <p:pic>
        <p:nvPicPr>
          <p:cNvPr id="3" name="Picture 2" descr="task_6_Q_1.png">
            <a:extLst>
              <a:ext uri="{FF2B5EF4-FFF2-40B4-BE49-F238E27FC236}">
                <a16:creationId xmlns:a16="http://schemas.microsoft.com/office/drawing/2014/main" id="{86750E0B-8AC1-1025-9AD6-A24EFE9E04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5" r="40329" b="2"/>
          <a:stretch>
            <a:fillRect/>
          </a:stretch>
        </p:blipFill>
        <p:spPr>
          <a:xfrm>
            <a:off x="6195375" y="557189"/>
            <a:ext cx="5674893" cy="53806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8A6BDE-B1FE-6697-61E7-BCF1686D9211}"/>
              </a:ext>
            </a:extLst>
          </p:cNvPr>
          <p:cNvSpPr txBox="1"/>
          <p:nvPr/>
        </p:nvSpPr>
        <p:spPr>
          <a:xfrm>
            <a:off x="708949" y="6228629"/>
            <a:ext cx="77058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lang="en-US" sz="1600" b="1" dirty="0"/>
              <a:t>Insight: Extreme delays require escalation and bottleneck analysis.</a:t>
            </a:r>
          </a:p>
        </p:txBody>
      </p:sp>
    </p:spTree>
    <p:extLst>
      <p:ext uri="{BB962C8B-B14F-4D97-AF65-F5344CB8AC3E}">
        <p14:creationId xmlns:p14="http://schemas.microsoft.com/office/powerpoint/2010/main" val="3935973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9. Task 7 – Advanced KPI Reporting</a:t>
            </a:r>
          </a:p>
        </p:txBody>
      </p:sp>
      <p:graphicFrame>
        <p:nvGraphicFramePr>
          <p:cNvPr id="27" name="TextBox 2">
            <a:extLst>
              <a:ext uri="{FF2B5EF4-FFF2-40B4-BE49-F238E27FC236}">
                <a16:creationId xmlns:a16="http://schemas.microsoft.com/office/drawing/2014/main" id="{EA0FC281-232B-3A1A-C483-9D788DAC3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81912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ask_7_Q_2.png">
            <a:extLst>
              <a:ext uri="{FF2B5EF4-FFF2-40B4-BE49-F238E27FC236}">
                <a16:creationId xmlns:a16="http://schemas.microsoft.com/office/drawing/2014/main" id="{3BB58ECB-CC22-61DC-90F8-23009FA13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86" y="1098145"/>
            <a:ext cx="5294716" cy="392597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task_7_Q_3.png">
            <a:extLst>
              <a:ext uri="{FF2B5EF4-FFF2-40B4-BE49-F238E27FC236}">
                <a16:creationId xmlns:a16="http://schemas.microsoft.com/office/drawing/2014/main" id="{97144AC1-873E-A836-C1DC-0B03D211F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925976"/>
            <a:ext cx="5294715" cy="4005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6847A6-B482-EC87-8369-C79AFFEE69EC}"/>
              </a:ext>
            </a:extLst>
          </p:cNvPr>
          <p:cNvSpPr txBox="1"/>
          <p:nvPr/>
        </p:nvSpPr>
        <p:spPr>
          <a:xfrm>
            <a:off x="1148787" y="5594315"/>
            <a:ext cx="6953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lang="en-US" sz="1600" b="1" dirty="0"/>
              <a:t>Insight: KPIs provide management with a concise performance view.</a:t>
            </a:r>
          </a:p>
        </p:txBody>
      </p:sp>
    </p:spTree>
    <p:extLst>
      <p:ext uri="{BB962C8B-B14F-4D97-AF65-F5344CB8AC3E}">
        <p14:creationId xmlns:p14="http://schemas.microsoft.com/office/powerpoint/2010/main" val="1073503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E388914-E9A0-F20C-BE8F-F9BAA9C79F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6998967"/>
              </p:ext>
            </p:extLst>
          </p:nvPr>
        </p:nvGraphicFramePr>
        <p:xfrm>
          <a:off x="643467" y="643467"/>
          <a:ext cx="10905066" cy="5571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480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E4B6AF7-1934-38C1-F9A5-3064CADAC3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5558223"/>
              </p:ext>
            </p:extLst>
          </p:nvPr>
        </p:nvGraphicFramePr>
        <p:xfrm>
          <a:off x="990600" y="914400"/>
          <a:ext cx="10134600" cy="496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2636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/>
              <a:t>10. Overall Business Insights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23B4314-DE6F-7F97-3766-408C61D05DDD}"/>
              </a:ext>
            </a:extLst>
          </p:cNvPr>
          <p:cNvGraphicFramePr/>
          <p:nvPr/>
        </p:nvGraphicFramePr>
        <p:xfrm>
          <a:off x="594360" y="1143000"/>
          <a:ext cx="484632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xes and roller conveyor">
            <a:extLst>
              <a:ext uri="{FF2B5EF4-FFF2-40B4-BE49-F238E27FC236}">
                <a16:creationId xmlns:a16="http://schemas.microsoft.com/office/drawing/2014/main" id="{AD07C483-329E-F427-1D9A-DAFE0AFFC2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11.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700" b="1" dirty="0"/>
              <a:t>Optimize high-delay routes and improve hub combinations.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700" b="1" dirty="0"/>
              <a:t>Balance warehouse workloads and staffing during peak periods.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700" b="1" dirty="0"/>
              <a:t>Train and rebalance workloads for agents below 85% on-time.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700" b="1" dirty="0"/>
              <a:t>Use predictive analytics to forecast delays.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700" b="1" dirty="0"/>
              <a:t>Improve shipment visibility and escalation for extreme delays.</a:t>
            </a:r>
          </a:p>
          <a:p>
            <a:pPr marL="285750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700" b="1" dirty="0"/>
              <a:t>Monitor KPIs regularly through SQL dashboards.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Pipes over the sea">
            <a:extLst>
              <a:ext uri="{FF2B5EF4-FFF2-40B4-BE49-F238E27FC236}">
                <a16:creationId xmlns:a16="http://schemas.microsoft.com/office/drawing/2014/main" id="{3901F0FA-A917-44B9-99F6-81254A32E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2000"/>
              <a:t>The SQL-driven analysis supports data-based logistics decisions.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2000"/>
              <a:t>The findings provide practical opportunities to reduce delays and improve delivery reliability.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2000"/>
              <a:t>Implementing the recommendations can improve operational efficiency, reduce costs, and increase customer satisfaction.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B74BC00-6A48-33D9-7100-C48615EC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530" y="754652"/>
            <a:ext cx="2872033" cy="564352"/>
          </a:xfrm>
        </p:spPr>
        <p:txBody>
          <a:bodyPr>
            <a:normAutofit fontScale="90000"/>
          </a:bodyPr>
          <a:lstStyle/>
          <a:p>
            <a:r>
              <a:rPr lang="en-IN" dirty="0"/>
              <a:t>Video Link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760A67-8BAD-CAA2-509A-31A2F222C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3683" y="1618749"/>
            <a:ext cx="7772400" cy="839316"/>
          </a:xfrm>
        </p:spPr>
        <p:txBody>
          <a:bodyPr/>
          <a:lstStyle/>
          <a:p>
            <a:r>
              <a:rPr lang="en-IN" b="1" dirty="0">
                <a:hlinkClick r:id="rId2"/>
              </a:rPr>
              <a:t>https://www.loom.com/share/5e39c96a29c346688257563b73dacd9d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2A57CEE-6547-FB5D-051D-A40580CA7294}"/>
              </a:ext>
            </a:extLst>
          </p:cNvPr>
          <p:cNvSpPr/>
          <p:nvPr/>
        </p:nvSpPr>
        <p:spPr>
          <a:xfrm>
            <a:off x="4149212" y="1547416"/>
            <a:ext cx="150335" cy="39830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892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BC250D94-7539-E3E4-5FA0-CD3351E0C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935402" y="743447"/>
            <a:ext cx="344576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/>
            </a:pPr>
            <a:r>
              <a:rPr lang="en-US" sz="5200">
                <a:latin typeface="+mj-lt"/>
                <a:ea typeface="+mj-ea"/>
                <a:cs typeface="+mj-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2282</TotalTime>
  <Words>650</Words>
  <Application>Microsoft Office PowerPoint</Application>
  <PresentationFormat>Widescreen</PresentationFormat>
  <Paragraphs>109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Meiryo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Video Link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Laxmi</cp:lastModifiedBy>
  <cp:revision>18</cp:revision>
  <dcterms:created xsi:type="dcterms:W3CDTF">2013-01-27T09:14:16Z</dcterms:created>
  <dcterms:modified xsi:type="dcterms:W3CDTF">2026-07-27T08:16:19Z</dcterms:modified>
  <cp:category/>
</cp:coreProperties>
</file>